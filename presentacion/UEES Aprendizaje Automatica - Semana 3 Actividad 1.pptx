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7" r:id="rId7"/>
    <p:sldId id="273" r:id="rId8"/>
    <p:sldId id="270" r:id="rId9"/>
    <p:sldId id="271" r:id="rId10"/>
    <p:sldId id="272" r:id="rId11"/>
    <p:sldId id="274" r:id="rId12"/>
    <p:sldId id="275" r:id="rId13"/>
    <p:sldId id="276" r:id="rId14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B27671-5497-424D-A950-8C846A1EF6D6}" v="10" dt="2026-05-13T21:34:15.109"/>
  </p1510:revLst>
</p1510:revInfo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383" autoAdjust="0"/>
  </p:normalViewPr>
  <p:slideViewPr>
    <p:cSldViewPr snapToGrid="0">
      <p:cViewPr varScale="1">
        <p:scale>
          <a:sx n="58" d="100"/>
          <a:sy n="58" d="100"/>
        </p:scale>
        <p:origin x="121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6" d="100"/>
          <a:sy n="106" d="100"/>
        </p:scale>
        <p:origin x="5334" y="1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 Nevárez" userId="6ee4c390-5946-4396-81d6-8bef003799c4" providerId="ADAL" clId="{90CFCD2F-5E7C-4AD0-AA23-E18EDCAED6E8}"/>
    <pc:docChg chg="undo custSel delSld modSld">
      <pc:chgData name="Erik Nevárez" userId="6ee4c390-5946-4396-81d6-8bef003799c4" providerId="ADAL" clId="{90CFCD2F-5E7C-4AD0-AA23-E18EDCAED6E8}" dt="2026-05-13T21:35:31.834" v="902" actId="1076"/>
      <pc:docMkLst>
        <pc:docMk/>
      </pc:docMkLst>
      <pc:sldChg chg="modSp mod">
        <pc:chgData name="Erik Nevárez" userId="6ee4c390-5946-4396-81d6-8bef003799c4" providerId="ADAL" clId="{90CFCD2F-5E7C-4AD0-AA23-E18EDCAED6E8}" dt="2026-05-13T19:36:54.727" v="137" actId="6549"/>
        <pc:sldMkLst>
          <pc:docMk/>
          <pc:sldMk cId="1613975849" sldId="256"/>
        </pc:sldMkLst>
        <pc:spChg chg="mod">
          <ac:chgData name="Erik Nevárez" userId="6ee4c390-5946-4396-81d6-8bef003799c4" providerId="ADAL" clId="{90CFCD2F-5E7C-4AD0-AA23-E18EDCAED6E8}" dt="2026-05-13T19:36:54.727" v="137" actId="6549"/>
          <ac:spMkLst>
            <pc:docMk/>
            <pc:sldMk cId="1613975849" sldId="256"/>
            <ac:spMk id="2" creationId="{AA2D37BC-7D91-4F83-845D-70080D7DD6FC}"/>
          </ac:spMkLst>
        </pc:spChg>
      </pc:sldChg>
      <pc:sldChg chg="addSp modSp mod modClrScheme chgLayout">
        <pc:chgData name="Erik Nevárez" userId="6ee4c390-5946-4396-81d6-8bef003799c4" providerId="ADAL" clId="{90CFCD2F-5E7C-4AD0-AA23-E18EDCAED6E8}" dt="2026-05-13T20:43:40.787" v="241" actId="27636"/>
        <pc:sldMkLst>
          <pc:docMk/>
          <pc:sldMk cId="1729462857" sldId="267"/>
        </pc:sldMkLst>
        <pc:spChg chg="mod">
          <ac:chgData name="Erik Nevárez" userId="6ee4c390-5946-4396-81d6-8bef003799c4" providerId="ADAL" clId="{90CFCD2F-5E7C-4AD0-AA23-E18EDCAED6E8}" dt="2026-05-13T20:42:49.726" v="229" actId="26606"/>
          <ac:spMkLst>
            <pc:docMk/>
            <pc:sldMk cId="1729462857" sldId="267"/>
            <ac:spMk id="2" creationId="{9ED597A3-CAEC-4FBF-94DF-5925729E0C97}"/>
          </ac:spMkLst>
        </pc:spChg>
        <pc:spChg chg="mod ord">
          <ac:chgData name="Erik Nevárez" userId="6ee4c390-5946-4396-81d6-8bef003799c4" providerId="ADAL" clId="{90CFCD2F-5E7C-4AD0-AA23-E18EDCAED6E8}" dt="2026-05-13T20:43:40.787" v="241" actId="27636"/>
          <ac:spMkLst>
            <pc:docMk/>
            <pc:sldMk cId="1729462857" sldId="267"/>
            <ac:spMk id="3" creationId="{77EF5FD3-E825-420F-8A22-D0B5F329468F}"/>
          </ac:spMkLst>
        </pc:spChg>
        <pc:picChg chg="add mod">
          <ac:chgData name="Erik Nevárez" userId="6ee4c390-5946-4396-81d6-8bef003799c4" providerId="ADAL" clId="{90CFCD2F-5E7C-4AD0-AA23-E18EDCAED6E8}" dt="2026-05-13T20:43:05.307" v="232" actId="14100"/>
          <ac:picMkLst>
            <pc:docMk/>
            <pc:sldMk cId="1729462857" sldId="267"/>
            <ac:picMk id="5" creationId="{FC78D25F-CEA2-86F0-91FF-C88297DF5D44}"/>
          </ac:picMkLst>
        </pc:picChg>
      </pc:sldChg>
      <pc:sldChg chg="addSp delSp modSp mod">
        <pc:chgData name="Erik Nevárez" userId="6ee4c390-5946-4396-81d6-8bef003799c4" providerId="ADAL" clId="{90CFCD2F-5E7C-4AD0-AA23-E18EDCAED6E8}" dt="2026-05-13T20:52:14.582" v="318" actId="14100"/>
        <pc:sldMkLst>
          <pc:docMk/>
          <pc:sldMk cId="601328875" sldId="270"/>
        </pc:sldMkLst>
        <pc:spChg chg="mod">
          <ac:chgData name="Erik Nevárez" userId="6ee4c390-5946-4396-81d6-8bef003799c4" providerId="ADAL" clId="{90CFCD2F-5E7C-4AD0-AA23-E18EDCAED6E8}" dt="2026-05-13T20:44:52.226" v="285" actId="20577"/>
          <ac:spMkLst>
            <pc:docMk/>
            <pc:sldMk cId="601328875" sldId="270"/>
            <ac:spMk id="2" creationId="{82E546B5-C7E8-82DD-CE97-E0399E58C5B1}"/>
          </ac:spMkLst>
        </pc:spChg>
        <pc:spChg chg="del">
          <ac:chgData name="Erik Nevárez" userId="6ee4c390-5946-4396-81d6-8bef003799c4" providerId="ADAL" clId="{90CFCD2F-5E7C-4AD0-AA23-E18EDCAED6E8}" dt="2026-05-13T20:44:57.898" v="286" actId="478"/>
          <ac:spMkLst>
            <pc:docMk/>
            <pc:sldMk cId="601328875" sldId="270"/>
            <ac:spMk id="3" creationId="{E17706EE-3598-A6D2-F49E-5211BDAC82E6}"/>
          </ac:spMkLst>
        </pc:spChg>
        <pc:spChg chg="add mod">
          <ac:chgData name="Erik Nevárez" userId="6ee4c390-5946-4396-81d6-8bef003799c4" providerId="ADAL" clId="{90CFCD2F-5E7C-4AD0-AA23-E18EDCAED6E8}" dt="2026-05-13T20:52:14.582" v="318" actId="14100"/>
          <ac:spMkLst>
            <pc:docMk/>
            <pc:sldMk cId="601328875" sldId="270"/>
            <ac:spMk id="5" creationId="{17011A55-2E61-A228-7CE0-5589AFD042E1}"/>
          </ac:spMkLst>
        </pc:spChg>
        <pc:picChg chg="add mod">
          <ac:chgData name="Erik Nevárez" userId="6ee4c390-5946-4396-81d6-8bef003799c4" providerId="ADAL" clId="{90CFCD2F-5E7C-4AD0-AA23-E18EDCAED6E8}" dt="2026-05-13T20:51:29.516" v="316" actId="14100"/>
          <ac:picMkLst>
            <pc:docMk/>
            <pc:sldMk cId="601328875" sldId="270"/>
            <ac:picMk id="7" creationId="{DCDBCF10-E0B0-DF09-AD35-7036FD2531DF}"/>
          </ac:picMkLst>
        </pc:picChg>
      </pc:sldChg>
      <pc:sldChg chg="addSp delSp modSp mod">
        <pc:chgData name="Erik Nevárez" userId="6ee4c390-5946-4396-81d6-8bef003799c4" providerId="ADAL" clId="{90CFCD2F-5E7C-4AD0-AA23-E18EDCAED6E8}" dt="2026-05-13T21:01:44.018" v="375" actId="1076"/>
        <pc:sldMkLst>
          <pc:docMk/>
          <pc:sldMk cId="762480560" sldId="271"/>
        </pc:sldMkLst>
        <pc:spChg chg="mod">
          <ac:chgData name="Erik Nevárez" userId="6ee4c390-5946-4396-81d6-8bef003799c4" providerId="ADAL" clId="{90CFCD2F-5E7C-4AD0-AA23-E18EDCAED6E8}" dt="2026-05-13T20:55:14.452" v="332" actId="20577"/>
          <ac:spMkLst>
            <pc:docMk/>
            <pc:sldMk cId="762480560" sldId="271"/>
            <ac:spMk id="2" creationId="{5EA92672-E446-FDE8-9BFC-0BCD415A3487}"/>
          </ac:spMkLst>
        </pc:spChg>
        <pc:spChg chg="del">
          <ac:chgData name="Erik Nevárez" userId="6ee4c390-5946-4396-81d6-8bef003799c4" providerId="ADAL" clId="{90CFCD2F-5E7C-4AD0-AA23-E18EDCAED6E8}" dt="2026-05-13T20:55:34.632" v="333" actId="478"/>
          <ac:spMkLst>
            <pc:docMk/>
            <pc:sldMk cId="762480560" sldId="271"/>
            <ac:spMk id="3" creationId="{5D87C734-8806-8B9C-0FF0-9C63A3E1ED40}"/>
          </ac:spMkLst>
        </pc:spChg>
        <pc:spChg chg="add mod">
          <ac:chgData name="Erik Nevárez" userId="6ee4c390-5946-4396-81d6-8bef003799c4" providerId="ADAL" clId="{90CFCD2F-5E7C-4AD0-AA23-E18EDCAED6E8}" dt="2026-05-13T21:01:30.963" v="371" actId="1076"/>
          <ac:spMkLst>
            <pc:docMk/>
            <pc:sldMk cId="762480560" sldId="271"/>
            <ac:spMk id="5" creationId="{90D80691-8160-D89C-7815-2AE0129D5D13}"/>
          </ac:spMkLst>
        </pc:spChg>
        <pc:picChg chg="add mod">
          <ac:chgData name="Erik Nevárez" userId="6ee4c390-5946-4396-81d6-8bef003799c4" providerId="ADAL" clId="{90CFCD2F-5E7C-4AD0-AA23-E18EDCAED6E8}" dt="2026-05-13T21:01:37.843" v="373" actId="1076"/>
          <ac:picMkLst>
            <pc:docMk/>
            <pc:sldMk cId="762480560" sldId="271"/>
            <ac:picMk id="7" creationId="{C07FBF6E-0A71-CD03-640E-F1A017BCC15C}"/>
          </ac:picMkLst>
        </pc:picChg>
        <pc:picChg chg="add mod">
          <ac:chgData name="Erik Nevárez" userId="6ee4c390-5946-4396-81d6-8bef003799c4" providerId="ADAL" clId="{90CFCD2F-5E7C-4AD0-AA23-E18EDCAED6E8}" dt="2026-05-13T21:01:44.018" v="375" actId="1076"/>
          <ac:picMkLst>
            <pc:docMk/>
            <pc:sldMk cId="762480560" sldId="271"/>
            <ac:picMk id="8" creationId="{7B9E37C4-E3D2-DBC5-7C58-F1D1EF0060F3}"/>
          </ac:picMkLst>
        </pc:picChg>
      </pc:sldChg>
      <pc:sldChg chg="addSp delSp modSp mod">
        <pc:chgData name="Erik Nevárez" userId="6ee4c390-5946-4396-81d6-8bef003799c4" providerId="ADAL" clId="{90CFCD2F-5E7C-4AD0-AA23-E18EDCAED6E8}" dt="2026-05-13T21:15:06.705" v="493" actId="20577"/>
        <pc:sldMkLst>
          <pc:docMk/>
          <pc:sldMk cId="4196368772" sldId="272"/>
        </pc:sldMkLst>
        <pc:spChg chg="mod">
          <ac:chgData name="Erik Nevárez" userId="6ee4c390-5946-4396-81d6-8bef003799c4" providerId="ADAL" clId="{90CFCD2F-5E7C-4AD0-AA23-E18EDCAED6E8}" dt="2026-05-13T21:15:06.705" v="493" actId="20577"/>
          <ac:spMkLst>
            <pc:docMk/>
            <pc:sldMk cId="4196368772" sldId="272"/>
            <ac:spMk id="2" creationId="{515A6AC4-101E-7677-0FC8-AD8501A9B796}"/>
          </ac:spMkLst>
        </pc:spChg>
        <pc:spChg chg="del">
          <ac:chgData name="Erik Nevárez" userId="6ee4c390-5946-4396-81d6-8bef003799c4" providerId="ADAL" clId="{90CFCD2F-5E7C-4AD0-AA23-E18EDCAED6E8}" dt="2026-05-13T21:03:09.456" v="389" actId="478"/>
          <ac:spMkLst>
            <pc:docMk/>
            <pc:sldMk cId="4196368772" sldId="272"/>
            <ac:spMk id="3" creationId="{C092B931-9DC5-7A4F-2569-E54108F14650}"/>
          </ac:spMkLst>
        </pc:spChg>
        <pc:spChg chg="add mod">
          <ac:chgData name="Erik Nevárez" userId="6ee4c390-5946-4396-81d6-8bef003799c4" providerId="ADAL" clId="{90CFCD2F-5E7C-4AD0-AA23-E18EDCAED6E8}" dt="2026-05-13T21:13:58.121" v="437" actId="27636"/>
          <ac:spMkLst>
            <pc:docMk/>
            <pc:sldMk cId="4196368772" sldId="272"/>
            <ac:spMk id="5" creationId="{DD4F8614-26E6-D944-B05B-638645CCDA6D}"/>
          </ac:spMkLst>
        </pc:spChg>
        <pc:picChg chg="add mod">
          <ac:chgData name="Erik Nevárez" userId="6ee4c390-5946-4396-81d6-8bef003799c4" providerId="ADAL" clId="{90CFCD2F-5E7C-4AD0-AA23-E18EDCAED6E8}" dt="2026-05-13T21:13:51.046" v="434" actId="1076"/>
          <ac:picMkLst>
            <pc:docMk/>
            <pc:sldMk cId="4196368772" sldId="272"/>
            <ac:picMk id="7" creationId="{3BF6EB5B-D1BD-82F6-FC48-7C2225732646}"/>
          </ac:picMkLst>
        </pc:picChg>
      </pc:sldChg>
      <pc:sldChg chg="addSp modSp mod">
        <pc:chgData name="Erik Nevárez" userId="6ee4c390-5946-4396-81d6-8bef003799c4" providerId="ADAL" clId="{90CFCD2F-5E7C-4AD0-AA23-E18EDCAED6E8}" dt="2026-05-13T20:58:45.322" v="360" actId="1076"/>
        <pc:sldMkLst>
          <pc:docMk/>
          <pc:sldMk cId="296488481" sldId="273"/>
        </pc:sldMkLst>
        <pc:spChg chg="mod">
          <ac:chgData name="Erik Nevárez" userId="6ee4c390-5946-4396-81d6-8bef003799c4" providerId="ADAL" clId="{90CFCD2F-5E7C-4AD0-AA23-E18EDCAED6E8}" dt="2026-05-13T20:41:37.405" v="225" actId="20577"/>
          <ac:spMkLst>
            <pc:docMk/>
            <pc:sldMk cId="296488481" sldId="273"/>
            <ac:spMk id="2" creationId="{215A9A83-2047-59E9-F8A2-F600F2514919}"/>
          </ac:spMkLst>
        </pc:spChg>
        <pc:spChg chg="mod">
          <ac:chgData name="Erik Nevárez" userId="6ee4c390-5946-4396-81d6-8bef003799c4" providerId="ADAL" clId="{90CFCD2F-5E7C-4AD0-AA23-E18EDCAED6E8}" dt="2026-05-13T20:58:45.322" v="360" actId="1076"/>
          <ac:spMkLst>
            <pc:docMk/>
            <pc:sldMk cId="296488481" sldId="273"/>
            <ac:spMk id="3" creationId="{8B3A9E6E-94F6-0CAD-7F22-CDBC3E25B637}"/>
          </ac:spMkLst>
        </pc:spChg>
        <pc:picChg chg="add mod">
          <ac:chgData name="Erik Nevárez" userId="6ee4c390-5946-4396-81d6-8bef003799c4" providerId="ADAL" clId="{90CFCD2F-5E7C-4AD0-AA23-E18EDCAED6E8}" dt="2026-05-13T20:58:11.943" v="354" actId="1076"/>
          <ac:picMkLst>
            <pc:docMk/>
            <pc:sldMk cId="296488481" sldId="273"/>
            <ac:picMk id="5" creationId="{CCDEAE79-6337-2417-8DEC-72FAA6F193B5}"/>
          </ac:picMkLst>
        </pc:picChg>
      </pc:sldChg>
      <pc:sldChg chg="addSp delSp modSp mod">
        <pc:chgData name="Erik Nevárez" userId="6ee4c390-5946-4396-81d6-8bef003799c4" providerId="ADAL" clId="{90CFCD2F-5E7C-4AD0-AA23-E18EDCAED6E8}" dt="2026-05-13T21:20:59.147" v="567" actId="14100"/>
        <pc:sldMkLst>
          <pc:docMk/>
          <pc:sldMk cId="3767943060" sldId="274"/>
        </pc:sldMkLst>
        <pc:spChg chg="mod">
          <ac:chgData name="Erik Nevárez" userId="6ee4c390-5946-4396-81d6-8bef003799c4" providerId="ADAL" clId="{90CFCD2F-5E7C-4AD0-AA23-E18EDCAED6E8}" dt="2026-05-13T21:20:59.147" v="567" actId="14100"/>
          <ac:spMkLst>
            <pc:docMk/>
            <pc:sldMk cId="3767943060" sldId="274"/>
            <ac:spMk id="2" creationId="{343BFC9E-5846-C170-8F35-7E09BDEA36F5}"/>
          </ac:spMkLst>
        </pc:spChg>
        <pc:spChg chg="del">
          <ac:chgData name="Erik Nevárez" userId="6ee4c390-5946-4396-81d6-8bef003799c4" providerId="ADAL" clId="{90CFCD2F-5E7C-4AD0-AA23-E18EDCAED6E8}" dt="2026-05-13T21:15:15.267" v="494" actId="478"/>
          <ac:spMkLst>
            <pc:docMk/>
            <pc:sldMk cId="3767943060" sldId="274"/>
            <ac:spMk id="3" creationId="{26C16D59-F9CE-DCFA-6CEE-EFE15268A4D4}"/>
          </ac:spMkLst>
        </pc:spChg>
        <pc:spChg chg="add mod">
          <ac:chgData name="Erik Nevárez" userId="6ee4c390-5946-4396-81d6-8bef003799c4" providerId="ADAL" clId="{90CFCD2F-5E7C-4AD0-AA23-E18EDCAED6E8}" dt="2026-05-13T21:16:39.520" v="558" actId="6549"/>
          <ac:spMkLst>
            <pc:docMk/>
            <pc:sldMk cId="3767943060" sldId="274"/>
            <ac:spMk id="5" creationId="{294E8E90-FC42-3941-0622-9EDDC54BB559}"/>
          </ac:spMkLst>
        </pc:spChg>
        <pc:picChg chg="add mod">
          <ac:chgData name="Erik Nevárez" userId="6ee4c390-5946-4396-81d6-8bef003799c4" providerId="ADAL" clId="{90CFCD2F-5E7C-4AD0-AA23-E18EDCAED6E8}" dt="2026-05-13T21:20:44.892" v="563" actId="1076"/>
          <ac:picMkLst>
            <pc:docMk/>
            <pc:sldMk cId="3767943060" sldId="274"/>
            <ac:picMk id="7" creationId="{3D251192-A214-2BF3-13E1-773BF7BBA8F1}"/>
          </ac:picMkLst>
        </pc:picChg>
        <pc:picChg chg="add mod">
          <ac:chgData name="Erik Nevárez" userId="6ee4c390-5946-4396-81d6-8bef003799c4" providerId="ADAL" clId="{90CFCD2F-5E7C-4AD0-AA23-E18EDCAED6E8}" dt="2026-05-13T21:20:53.905" v="566" actId="14100"/>
          <ac:picMkLst>
            <pc:docMk/>
            <pc:sldMk cId="3767943060" sldId="274"/>
            <ac:picMk id="9" creationId="{B2D53A6B-6B8A-883B-88FC-163FD0F45B91}"/>
          </ac:picMkLst>
        </pc:picChg>
      </pc:sldChg>
      <pc:sldChg chg="addSp delSp modSp mod">
        <pc:chgData name="Erik Nevárez" userId="6ee4c390-5946-4396-81d6-8bef003799c4" providerId="ADAL" clId="{90CFCD2F-5E7C-4AD0-AA23-E18EDCAED6E8}" dt="2026-05-13T21:35:31.834" v="902" actId="1076"/>
        <pc:sldMkLst>
          <pc:docMk/>
          <pc:sldMk cId="3802559730" sldId="275"/>
        </pc:sldMkLst>
        <pc:spChg chg="mod">
          <ac:chgData name="Erik Nevárez" userId="6ee4c390-5946-4396-81d6-8bef003799c4" providerId="ADAL" clId="{90CFCD2F-5E7C-4AD0-AA23-E18EDCAED6E8}" dt="2026-05-13T21:22:16.927" v="592" actId="20577"/>
          <ac:spMkLst>
            <pc:docMk/>
            <pc:sldMk cId="3802559730" sldId="275"/>
            <ac:spMk id="2" creationId="{0EC3F914-01AA-1851-2F4A-2B9838C81B62}"/>
          </ac:spMkLst>
        </pc:spChg>
        <pc:spChg chg="del">
          <ac:chgData name="Erik Nevárez" userId="6ee4c390-5946-4396-81d6-8bef003799c4" providerId="ADAL" clId="{90CFCD2F-5E7C-4AD0-AA23-E18EDCAED6E8}" dt="2026-05-13T21:22:43.197" v="593" actId="478"/>
          <ac:spMkLst>
            <pc:docMk/>
            <pc:sldMk cId="3802559730" sldId="275"/>
            <ac:spMk id="3" creationId="{108ED8CD-4511-7A55-36E0-AB3889BFC439}"/>
          </ac:spMkLst>
        </pc:spChg>
        <pc:spChg chg="add del mod">
          <ac:chgData name="Erik Nevárez" userId="6ee4c390-5946-4396-81d6-8bef003799c4" providerId="ADAL" clId="{90CFCD2F-5E7C-4AD0-AA23-E18EDCAED6E8}" dt="2026-05-13T21:23:01.535" v="594" actId="3680"/>
          <ac:spMkLst>
            <pc:docMk/>
            <pc:sldMk cId="3802559730" sldId="275"/>
            <ac:spMk id="5" creationId="{254723F2-1870-7EB6-AD3E-0A5262AE3CD9}"/>
          </ac:spMkLst>
        </pc:spChg>
        <pc:spChg chg="add mod">
          <ac:chgData name="Erik Nevárez" userId="6ee4c390-5946-4396-81d6-8bef003799c4" providerId="ADAL" clId="{90CFCD2F-5E7C-4AD0-AA23-E18EDCAED6E8}" dt="2026-05-13T21:33:24.964" v="855" actId="123"/>
          <ac:spMkLst>
            <pc:docMk/>
            <pc:sldMk cId="3802559730" sldId="275"/>
            <ac:spMk id="7" creationId="{2855F618-3E76-967A-F7D7-DB4FF309C676}"/>
          </ac:spMkLst>
        </pc:spChg>
        <pc:graphicFrameChg chg="add mod ord modGraphic">
          <ac:chgData name="Erik Nevárez" userId="6ee4c390-5946-4396-81d6-8bef003799c4" providerId="ADAL" clId="{90CFCD2F-5E7C-4AD0-AA23-E18EDCAED6E8}" dt="2026-05-13T21:35:31.834" v="902" actId="1076"/>
          <ac:graphicFrameMkLst>
            <pc:docMk/>
            <pc:sldMk cId="3802559730" sldId="275"/>
            <ac:graphicFrameMk id="6" creationId="{AFDFF23F-63A3-D06B-8CD6-3D6988AD9EA1}"/>
          </ac:graphicFrameMkLst>
        </pc:graphicFrameChg>
      </pc:sldChg>
      <pc:sldChg chg="addSp delSp modSp mod">
        <pc:chgData name="Erik Nevárez" userId="6ee4c390-5946-4396-81d6-8bef003799c4" providerId="ADAL" clId="{90CFCD2F-5E7C-4AD0-AA23-E18EDCAED6E8}" dt="2026-05-13T21:34:47.535" v="900" actId="123"/>
        <pc:sldMkLst>
          <pc:docMk/>
          <pc:sldMk cId="3267102330" sldId="276"/>
        </pc:sldMkLst>
        <pc:spChg chg="mod">
          <ac:chgData name="Erik Nevárez" userId="6ee4c390-5946-4396-81d6-8bef003799c4" providerId="ADAL" clId="{90CFCD2F-5E7C-4AD0-AA23-E18EDCAED6E8}" dt="2026-05-13T21:33:37.094" v="873" actId="20577"/>
          <ac:spMkLst>
            <pc:docMk/>
            <pc:sldMk cId="3267102330" sldId="276"/>
            <ac:spMk id="2" creationId="{7C80A378-9840-2EAE-6B20-229FC086CA79}"/>
          </ac:spMkLst>
        </pc:spChg>
        <pc:spChg chg="del">
          <ac:chgData name="Erik Nevárez" userId="6ee4c390-5946-4396-81d6-8bef003799c4" providerId="ADAL" clId="{90CFCD2F-5E7C-4AD0-AA23-E18EDCAED6E8}" dt="2026-05-13T21:33:43.285" v="874" actId="478"/>
          <ac:spMkLst>
            <pc:docMk/>
            <pc:sldMk cId="3267102330" sldId="276"/>
            <ac:spMk id="3" creationId="{2864936A-0C6D-C939-84EF-97F51C1C48FF}"/>
          </ac:spMkLst>
        </pc:spChg>
        <pc:spChg chg="add mod">
          <ac:chgData name="Erik Nevárez" userId="6ee4c390-5946-4396-81d6-8bef003799c4" providerId="ADAL" clId="{90CFCD2F-5E7C-4AD0-AA23-E18EDCAED6E8}" dt="2026-05-13T21:34:47.535" v="900" actId="123"/>
          <ac:spMkLst>
            <pc:docMk/>
            <pc:sldMk cId="3267102330" sldId="276"/>
            <ac:spMk id="5" creationId="{6E08DE76-7474-943F-CC37-04A90B165494}"/>
          </ac:spMkLst>
        </pc:spChg>
      </pc:sldChg>
      <pc:sldChg chg="del">
        <pc:chgData name="Erik Nevárez" userId="6ee4c390-5946-4396-81d6-8bef003799c4" providerId="ADAL" clId="{90CFCD2F-5E7C-4AD0-AA23-E18EDCAED6E8}" dt="2026-05-13T21:34:19.720" v="877" actId="47"/>
        <pc:sldMkLst>
          <pc:docMk/>
          <pc:sldMk cId="2781211319" sldId="277"/>
        </pc:sldMkLst>
      </pc:sldChg>
      <pc:sldChg chg="del">
        <pc:chgData name="Erik Nevárez" userId="6ee4c390-5946-4396-81d6-8bef003799c4" providerId="ADAL" clId="{90CFCD2F-5E7C-4AD0-AA23-E18EDCAED6E8}" dt="2026-05-13T21:34:19.720" v="877" actId="47"/>
        <pc:sldMkLst>
          <pc:docMk/>
          <pc:sldMk cId="2760806569" sldId="278"/>
        </pc:sldMkLst>
      </pc:sldChg>
      <pc:sldChg chg="del">
        <pc:chgData name="Erik Nevárez" userId="6ee4c390-5946-4396-81d6-8bef003799c4" providerId="ADAL" clId="{90CFCD2F-5E7C-4AD0-AA23-E18EDCAED6E8}" dt="2026-05-13T21:34:19.720" v="877" actId="47"/>
        <pc:sldMkLst>
          <pc:docMk/>
          <pc:sldMk cId="3345828451" sldId="27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6DAC6D3-CBD9-4093-ACF2-8A12DA24A989}" type="datetime1">
              <a:rPr lang="es-ES" smtClean="0"/>
              <a:t>14/05/2026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D65BC62-3B36-43F8-8B69-D6E5E743DA3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B7CF384-A5AD-45CE-8435-F14E9527E3A8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AEB063-7F11-4E3B-BA52-07405B1C2D9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545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0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0541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C5CC5-EC75-7372-6ED7-546DC072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12E1D5-5101-DD07-EB68-998CD15C4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AB63A4-335C-E87D-B5FE-DC2BA7B6D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E97504-8C9C-389C-C18E-7FB99CD9F9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0974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87AF-FFDD-5C37-AE31-78CDBD00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9C9A6A-806F-ED9A-0E2A-AEFC3A94A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B31FF9-CF80-07FE-FBE7-8CA66C435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2CC799-DDEE-EB26-F6F8-5D32E99C6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2556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6A727-87FC-EE1B-E044-5CEA822B0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5D8EB3-F6C0-FAD0-1242-E14809C3A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4171D78-A557-2E66-4506-793268377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D45BD3-EC46-E0D0-DB18-F009A66904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5432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5ACB-E5EE-BC79-F97C-4272FB75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A35B5B3-1C99-5E10-D72D-5B77B3049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1B6751-53A7-A099-2486-D6B88834B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53F490-5E63-20AC-93E6-4B6C2DB4D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7393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7634D-C3DF-41A3-2F82-96358F17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4B3437-E533-4702-7ECF-63CDE688A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E89837B-48BB-A4E9-2122-749445B58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AC5BEF-3013-4CA1-0CDA-2C8E04C0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939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CA910-66A6-0A77-7574-5C7A71481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38903D-851D-0B25-8914-B2440A25A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3375F6-1CFF-F6EC-50E2-744279853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2A33EB-22D6-5330-5B60-6D6A50457E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5369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00744-DD23-6436-1DFD-B96DA181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D547D6B-5802-78FE-6E14-87B2A7CAA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125A74-25AB-4732-2D8C-9EAEDD5A8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56D25C-8EA2-FC50-6C70-1BE616CF9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26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Forma libre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 rtlCol="0"/>
          <a:lstStyle>
            <a:lvl1pPr algn="ctr">
              <a:defRPr sz="54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810001" y="5280847"/>
            <a:ext cx="10572000" cy="434974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AEAB7B-E6F9-4422-A438-2E4071AEDF32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222287"/>
            <a:ext cx="5181600" cy="3638764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3AB4A3-AE75-4D00-9BE1-AF3996C6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D6D300-52EA-41C5-9D55-44B950D4BB30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9471F3C4-BAAF-4391-B574-8E340EDA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FB8DD71F-FEC6-4AB5-974A-FD2B82A7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contenido de secció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rtlCol="0" anchor="ctr" anchorCtr="0"/>
          <a:lstStyle>
            <a:lvl1pPr algn="ctr">
              <a:defRPr sz="48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40B6DF-7478-4740-A710-DA5E9EBA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23C61D-72BC-4EDD-9458-71D395860092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42D89951-67E9-4086-AED0-C236A00A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38553809-8746-49E3-BCB5-0A9FF40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 rtlCol="0"/>
          <a:lstStyle>
            <a:lvl1pPr algn="l"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contenido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56099" y="375312"/>
            <a:ext cx="5186363" cy="5485737"/>
          </a:xfrm>
        </p:spPr>
        <p:txBody>
          <a:bodyPr rtlCol="0" anchor="t" anchorCtr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F86C4-C3A0-4CA8-8809-1D90DE9E4D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86658110-F671-41DB-9A71-89FB238DCBEA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EDD26EA8-C9F2-49A7-8F7B-A782D30B8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241DD2E8-07A6-430F-A2FB-E2746C935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 rtlCol="0"/>
          <a:lstStyle>
            <a:lvl1pPr algn="l"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51514" y="451513"/>
            <a:ext cx="5553071" cy="5409537"/>
          </a:xfrm>
        </p:spPr>
        <p:txBody>
          <a:bodyPr rtlCol="0" anchor="t" anchorCtr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82940641-87D1-48C5-879E-8A5FBA5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A16780-EC07-4193-A0B7-8B9C634C5917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DBFA68A8-3A7A-430B-9A66-482C28DC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96C17F98-4E3F-4327-8CCF-D13C3371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rtlCol="0" anchor="b">
            <a:normAutofit/>
          </a:bodyPr>
          <a:lstStyle>
            <a:lvl1pPr algn="l">
              <a:defRPr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90396" y="2057400"/>
            <a:ext cx="5334448" cy="3811588"/>
          </a:xfrm>
        </p:spPr>
        <p:txBody>
          <a:bodyPr rtlCol="0"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29ED24-3C5F-4326-A304-DBDBA6CE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701FF8-D49B-4CFB-997D-DF23AD6F99CE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532AEE-3AAE-4FBF-969F-8A364CE8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6717C1A8-7DBE-4E24-BCA1-D820D780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10001" y="2222287"/>
            <a:ext cx="10571998" cy="3638764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466CE2-DFEE-46B8-AFB2-817272E3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D49E0-4367-45F3-89AF-A0AB892FB1D9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27E9A94A-136A-4208-8F98-012BDAC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81459C8B-DA0F-4808-A642-40471D1D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rtlCol="0" anchor="ctr" anchorCtr="0">
            <a:normAutofit/>
          </a:bodyPr>
          <a:lstStyle>
            <a:lvl1pPr algn="ctr">
              <a:defRPr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FE71A4-2AD7-44A1-9075-3AB1A226C1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DAC8E451-8F0D-4243-9BCB-F9C29FEF97FB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5F74D3-28C0-4AA1-8508-75D32DA3C2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7D83112-B341-46D2-8B30-46DBC3DAE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818712" y="2222287"/>
            <a:ext cx="10554574" cy="363651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13A633-0BBE-491F-94FD-A319FC7D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04AF0A-3AF9-49F1-BA72-97A8E09ABF33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16FEDE-3F7F-4F2C-A341-BDA56AA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1EE25F-3E3B-45D3-B259-498E69BF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rtlCol="0" anchor="ctr" anchorCtr="0"/>
          <a:lstStyle>
            <a:lvl1pPr algn="ctr">
              <a:defRPr sz="48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10000" y="5281201"/>
            <a:ext cx="10561418" cy="433955"/>
          </a:xfrm>
        </p:spPr>
        <p:txBody>
          <a:bodyPr rtlCol="0" anchor="ctr" anchorCtr="0">
            <a:no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F5D18E-4241-429D-BEDB-6A7415C5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CF8050-D9B5-4CA7-9061-E0949EF45D2D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F5CFD55-6AD5-4B7E-AC33-483174E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4D43F5-DCFF-4B29-AC19-0BF28605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14728" y="2174875"/>
            <a:ext cx="5189857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14729" y="2751138"/>
            <a:ext cx="5189856" cy="3109913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87415" y="2174875"/>
            <a:ext cx="5194583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87415" y="2751138"/>
            <a:ext cx="5194583" cy="3109913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B3473E37-6504-470F-92FA-792C3ACA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ECA3B6-4A2A-4A99-9E95-BC8EA8654457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7523DE74-18E2-4EF3-A1FC-8A32CCFE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51B4AF82-5505-4A7E-AA81-139F214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AF03C3-E3F3-4845-8D9E-9BD2A676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BDD705-EE32-4D72-AA0A-3DFA22B87416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9C7230-29FF-42F2-A662-1BC1D19C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EBD02D-5A68-4A14-892F-DE4953F2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6D14D8-4D13-4DFE-938B-B710F891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D43FF9-1FDC-4FDF-B4FB-CA915895770E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64B8A5-6021-4208-A587-B45576E6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C96ABC-E632-4853-B7CC-A2FB4B7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rtlCol="0" anchor="ctr" anchorCtr="0"/>
          <a:lstStyle>
            <a:lvl1pPr algn="l">
              <a:defRPr sz="4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855633" y="446088"/>
            <a:ext cx="6252633" cy="5414963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73151" y="3022600"/>
            <a:ext cx="3547533" cy="2838449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BF97433-9C09-4B71-A1E0-24F75011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A648A3-3014-4E79-9B72-A0D270E334FA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46EDA271-FE91-46E6-ABB5-0A3AD244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C44DCFF3-B944-4C24-A12C-689D1FF7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rtlCol="0" anchor="ctr" anchorCtr="0"/>
          <a:lstStyle>
            <a:lvl1pPr algn="l">
              <a:defRPr sz="40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53190" y="4443680"/>
            <a:ext cx="5891636" cy="713241"/>
          </a:xfrm>
        </p:spPr>
        <p:txBody>
          <a:bodyPr rtlCol="0"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9" name="Marcador de texto 5"/>
          <p:cNvSpPr>
            <a:spLocks noGrp="1"/>
          </p:cNvSpPr>
          <p:nvPr>
            <p:ph type="body" sz="quarter" idx="16" hasCustomPrompt="1"/>
          </p:nvPr>
        </p:nvSpPr>
        <p:spPr>
          <a:xfrm>
            <a:off x="7574642" y="1081456"/>
            <a:ext cx="3810001" cy="4075465"/>
          </a:xfrm>
        </p:spPr>
        <p:txBody>
          <a:bodyPr rtlCol="0" anchor="t" anchorCtr="0">
            <a:normAutofit/>
          </a:bodyPr>
          <a:lstStyle>
            <a:lvl1pPr marL="0" indent="0" algn="l">
              <a:buFontTx/>
              <a:buNone/>
              <a:defRPr sz="2800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964F81E-11BA-4BB3-AC2C-0A729DC676E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fld id="{8F2636EF-ACE9-4CE0-BBE7-61EEDEF2D8A4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F93A4488-E8DE-4FEB-88F9-B37F95CC83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DF909D08-1E53-42D5-954B-F61B50836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bre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ítulo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rtlCol="0" anchor="ctr" anchorCtr="0"/>
          <a:lstStyle>
            <a:lvl1pPr algn="l">
              <a:defRPr sz="4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6" hasCustomPrompt="1"/>
          </p:nvPr>
        </p:nvSpPr>
        <p:spPr>
          <a:xfrm>
            <a:off x="6156000" y="2286000"/>
            <a:ext cx="4880300" cy="2295525"/>
          </a:xfrm>
        </p:spPr>
        <p:txBody>
          <a:bodyPr rtlCol="0" anchor="ctr" anchorCtr="0">
            <a:normAutofit/>
          </a:bodyPr>
          <a:lstStyle>
            <a:lvl1pPr marL="0" indent="0" algn="ctr">
              <a:buFontTx/>
              <a:buNone/>
              <a:defRPr sz="2800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142ECB-4FB1-4B01-80F3-04208C781B1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fld id="{82403D32-1036-4E20-B05E-93A4B3F27179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776F215A-F354-440E-A263-A920F59508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90FC50C-9C02-4BD6-9CBE-6880E12977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rtlCol="0" anchor="ctr" anchorCtr="1"/>
          <a:lstStyle>
            <a:lvl1pPr algn="l"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10001" y="446089"/>
            <a:ext cx="6611540" cy="5414962"/>
          </a:xfrm>
        </p:spPr>
        <p:txBody>
          <a:bodyPr vert="horz" rtlCol="0" anchor="ctr" anchorCtr="1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7128B4-F868-4384-A8AA-473DA351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ED9500-2405-4E53-BB13-657A10319D0C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4FF940D-9281-4C2A-BA62-E5854A11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FB1454F-842C-4F51-A7E7-0335B2FB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 rtl="0"/>
            <a:fld id="{8BD1572E-1521-478D-85F1-7F19532C7538}" type="datetime1">
              <a:rPr lang="es-ES" noProof="0" smtClean="0"/>
              <a:t>14/05/2026</a:t>
            </a:fld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pPr rtl="0"/>
            <a:fld id="{A4942799-31AF-4FF8-9D79-C1A3E01FB207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D37BC-7D91-4F83-845D-70080D7DD6FC}"/>
              </a:ext>
            </a:extLst>
          </p:cNvPr>
          <p:cNvSpPr>
            <a:spLocks noGrp="1"/>
          </p:cNvSpPr>
          <p:nvPr>
            <p:ph type="ctrTitle"/>
          </p:nvPr>
        </p:nvSpPr>
        <p:spPr bwMode="black"/>
        <p:txBody>
          <a:bodyPr rtlCol="0"/>
          <a:lstStyle/>
          <a:p>
            <a:pPr rtl="0"/>
            <a:r>
              <a:rPr lang="es-ES" dirty="0"/>
              <a:t>Segmentación de perfiles estudiantiles mediante técnicas de aprendizaje no supervisado</a:t>
            </a:r>
            <a:endParaRPr lang="es-ES" b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E5DACC-1D74-41AD-B036-C015472B9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770818"/>
          </a:xfrm>
        </p:spPr>
        <p:txBody>
          <a:bodyPr rtlCol="0">
            <a:normAutofit/>
          </a:bodyPr>
          <a:lstStyle/>
          <a:p>
            <a:pPr rtl="0"/>
            <a:r>
              <a:rPr lang="es-ES" sz="2400" dirty="0"/>
              <a:t>Maestría de Inteligencia Artificial – Aprendizaje Automático</a:t>
            </a:r>
          </a:p>
        </p:txBody>
      </p:sp>
    </p:spTree>
    <p:extLst>
      <p:ext uri="{BB962C8B-B14F-4D97-AF65-F5344CB8AC3E}">
        <p14:creationId xmlns:p14="http://schemas.microsoft.com/office/powerpoint/2010/main" val="161397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Grupo 11 - Integrantes</a:t>
            </a:r>
            <a:endParaRPr lang="es-ES" sz="2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09625" y="2222500"/>
            <a:ext cx="5186363" cy="3638550"/>
          </a:xfrm>
        </p:spPr>
        <p:txBody>
          <a:bodyPr rtlCol="0"/>
          <a:lstStyle/>
          <a:p>
            <a:pPr rtl="0"/>
            <a:r>
              <a:rPr lang="es-ES" dirty="0"/>
              <a:t>Miguel Angel Behr López</a:t>
            </a:r>
          </a:p>
          <a:p>
            <a:pPr rtl="0"/>
            <a:r>
              <a:rPr lang="es-ES" dirty="0"/>
              <a:t>Miguel Angel Chang Aguilar</a:t>
            </a:r>
          </a:p>
          <a:p>
            <a:pPr rtl="0"/>
            <a:r>
              <a:rPr lang="es-ES" dirty="0" err="1"/>
              <a:t>Jhon</a:t>
            </a:r>
            <a:r>
              <a:rPr lang="es-ES" dirty="0"/>
              <a:t> Henry Quimi Loza</a:t>
            </a:r>
          </a:p>
          <a:p>
            <a:pPr rtl="0"/>
            <a:r>
              <a:rPr lang="es-ES" dirty="0"/>
              <a:t>Erik Ricardo Nevárez Benavidez</a:t>
            </a:r>
          </a:p>
        </p:txBody>
      </p:sp>
    </p:spTree>
    <p:extLst>
      <p:ext uri="{BB962C8B-B14F-4D97-AF65-F5344CB8AC3E}">
        <p14:creationId xmlns:p14="http://schemas.microsoft.com/office/powerpoint/2010/main" val="213104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597A3-CAEC-4FBF-94DF-5925729E0C97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810000" y="447188"/>
            <a:ext cx="10571998" cy="970450"/>
          </a:xfrm>
        </p:spPr>
        <p:txBody>
          <a:bodyPr rtlCol="0" anchor="ctr">
            <a:normAutofit/>
          </a:bodyPr>
          <a:lstStyle/>
          <a:p>
            <a:pPr rtl="0"/>
            <a:r>
              <a:rPr lang="es-ES" dirty="0"/>
              <a:t>Introducción y Objetivo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78D25F-CEA2-86F0-91FF-C88297DF5D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" b="6285"/>
          <a:stretch>
            <a:fillRect/>
          </a:stretch>
        </p:blipFill>
        <p:spPr>
          <a:xfrm>
            <a:off x="5100478" y="1890445"/>
            <a:ext cx="7091522" cy="4967555"/>
          </a:xfrm>
          <a:prstGeom prst="rect">
            <a:avLst/>
          </a:prstGeo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EF5FD3-E825-420F-8A22-D0B5F3294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283" y="2283932"/>
            <a:ext cx="4863957" cy="4574068"/>
          </a:xfrm>
        </p:spPr>
        <p:txBody>
          <a:bodyPr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• Aplicar técnicas de aprendizaje no supervisado para segmentar perfiles estudiantiles.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• Analizar patrones relacionados con: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  - horas de estudio,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  - asistencia,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  - desempeño académico,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  - y comportamiento estudiantil.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• Implementar modelos: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  - K-Means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  - DBSCAN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  - PCA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  - t-SNE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MX" sz="1400" dirty="0"/>
              <a:t>• Visualizar y comparar agrupamientos obtenidos mediante </a:t>
            </a:r>
            <a:r>
              <a:rPr lang="es-MX" sz="1400" dirty="0" err="1"/>
              <a:t>clustering</a:t>
            </a:r>
            <a:r>
              <a:rPr lang="es-MX" sz="1400" dirty="0"/>
              <a:t>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72946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C0B7-B101-ADCE-13F1-3822CBD9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A9A83-2047-59E9-F8A2-F600F2514919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/>
          <a:p>
            <a:pPr rtl="0"/>
            <a:r>
              <a:rPr lang="es-ES" dirty="0" err="1"/>
              <a:t>Dataset</a:t>
            </a:r>
            <a:r>
              <a:rPr lang="es-ES" dirty="0"/>
              <a:t> y preparación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3A9E6E-94F6-0CAD-7F22-CDBC3E25B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7443" y="2224815"/>
            <a:ext cx="5178176" cy="4278266"/>
          </a:xfrm>
        </p:spPr>
        <p:txBody>
          <a:bodyPr rtlCol="0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MX" sz="1600" dirty="0" err="1">
                <a:ea typeface="Tahoma" panose="020B0604030504040204" pitchFamily="34" charset="0"/>
                <a:cs typeface="Tahoma" panose="020B0604030504040204" pitchFamily="34" charset="0"/>
              </a:rPr>
              <a:t>Dataset</a:t>
            </a:r>
            <a:r>
              <a:rPr lang="es-MX" sz="1600" dirty="0">
                <a:ea typeface="Tahoma" panose="020B0604030504040204" pitchFamily="34" charset="0"/>
                <a:cs typeface="Tahoma" panose="020B0604030504040204" pitchFamily="34" charset="0"/>
              </a:rPr>
              <a:t> utilizado:</a:t>
            </a:r>
          </a:p>
          <a:p>
            <a:pPr marL="0" indent="0" algn="just">
              <a:buNone/>
            </a:pPr>
            <a:r>
              <a:rPr lang="es-MX" sz="1600" dirty="0">
                <a:ea typeface="Tahoma" panose="020B0604030504040204" pitchFamily="34" charset="0"/>
                <a:cs typeface="Tahoma" panose="020B0604030504040204" pitchFamily="34" charset="0"/>
              </a:rPr>
              <a:t>• student_performance.csv</a:t>
            </a:r>
          </a:p>
          <a:p>
            <a:pPr marL="0" indent="0" algn="just">
              <a:buNone/>
            </a:pPr>
            <a:endParaRPr lang="es-MX" sz="16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s-MX" sz="1600" dirty="0">
                <a:ea typeface="Tahoma" panose="020B0604030504040204" pitchFamily="34" charset="0"/>
                <a:cs typeface="Tahoma" panose="020B0604030504040204" pitchFamily="34" charset="0"/>
              </a:rPr>
              <a:t>Características:</a:t>
            </a:r>
          </a:p>
          <a:p>
            <a:pPr marL="0" indent="0" algn="just">
              <a:buNone/>
            </a:pPr>
            <a:r>
              <a:rPr lang="es-MX" sz="1600" dirty="0">
                <a:ea typeface="Tahoma" panose="020B0604030504040204" pitchFamily="34" charset="0"/>
                <a:cs typeface="Tahoma" panose="020B0604030504040204" pitchFamily="34" charset="0"/>
              </a:rPr>
              <a:t>• 500 registros</a:t>
            </a:r>
          </a:p>
          <a:p>
            <a:pPr marL="0" indent="0" algn="just">
              <a:buNone/>
            </a:pPr>
            <a:r>
              <a:rPr lang="es-MX" sz="1600" dirty="0">
                <a:ea typeface="Tahoma" panose="020B0604030504040204" pitchFamily="34" charset="0"/>
                <a:cs typeface="Tahoma" panose="020B0604030504040204" pitchFamily="34" charset="0"/>
              </a:rPr>
              <a:t>• 11 variables</a:t>
            </a:r>
          </a:p>
          <a:p>
            <a:pPr marL="0" indent="0" algn="just">
              <a:buNone/>
            </a:pPr>
            <a:r>
              <a:rPr lang="es-MX" sz="1600" dirty="0">
                <a:ea typeface="Tahoma" panose="020B0604030504040204" pitchFamily="34" charset="0"/>
                <a:cs typeface="Tahoma" panose="020B0604030504040204" pitchFamily="34" charset="0"/>
              </a:rPr>
              <a:t>• Variables numéricas y categóricas</a:t>
            </a:r>
          </a:p>
          <a:p>
            <a:pPr marL="0" indent="0" algn="just">
              <a:buNone/>
            </a:pPr>
            <a:endParaRPr lang="es-MX" sz="16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buNone/>
            </a:pPr>
            <a:r>
              <a:rPr lang="es-MX" sz="1600" dirty="0">
                <a:ea typeface="Tahoma" panose="020B0604030504040204" pitchFamily="34" charset="0"/>
                <a:cs typeface="Tahoma" panose="020B0604030504040204" pitchFamily="34" charset="0"/>
              </a:rPr>
              <a:t>Preparación realizada:</a:t>
            </a:r>
          </a:p>
          <a:p>
            <a:pPr marL="0" indent="0" algn="just">
              <a:buNone/>
            </a:pPr>
            <a:r>
              <a:rPr lang="es-MX" sz="1600" dirty="0">
                <a:ea typeface="Tahoma" panose="020B0604030504040204" pitchFamily="34" charset="0"/>
                <a:cs typeface="Tahoma" panose="020B0604030504040204" pitchFamily="34" charset="0"/>
              </a:rPr>
              <a:t>• Tratamiento de valores nulos</a:t>
            </a:r>
          </a:p>
          <a:p>
            <a:pPr marL="0" indent="0" algn="just">
              <a:buNone/>
            </a:pPr>
            <a:r>
              <a:rPr lang="es-MX" sz="1600" dirty="0">
                <a:ea typeface="Tahoma" panose="020B0604030504040204" pitchFamily="34" charset="0"/>
                <a:cs typeface="Tahoma" panose="020B0604030504040204" pitchFamily="34" charset="0"/>
              </a:rPr>
              <a:t>• Eliminación de variables irrelevantes</a:t>
            </a:r>
          </a:p>
          <a:p>
            <a:pPr marL="0" indent="0" algn="just">
              <a:buNone/>
            </a:pPr>
            <a:r>
              <a:rPr lang="es-MX" sz="1600" dirty="0">
                <a:ea typeface="Tahoma" panose="020B0604030504040204" pitchFamily="34" charset="0"/>
                <a:cs typeface="Tahoma" panose="020B0604030504040204" pitchFamily="34" charset="0"/>
              </a:rPr>
              <a:t>• Transformación de variables categóricas</a:t>
            </a:r>
          </a:p>
          <a:p>
            <a:pPr marL="0" indent="0" algn="just">
              <a:buNone/>
            </a:pPr>
            <a:r>
              <a:rPr lang="es-MX" sz="1600" dirty="0">
                <a:ea typeface="Tahoma" panose="020B0604030504040204" pitchFamily="34" charset="0"/>
                <a:cs typeface="Tahoma" panose="020B0604030504040204" pitchFamily="34" charset="0"/>
              </a:rPr>
              <a:t>• Normalización mediante </a:t>
            </a:r>
            <a:r>
              <a:rPr lang="es-MX" sz="1600" dirty="0" err="1">
                <a:ea typeface="Tahoma" panose="020B0604030504040204" pitchFamily="34" charset="0"/>
                <a:cs typeface="Tahoma" panose="020B0604030504040204" pitchFamily="34" charset="0"/>
              </a:rPr>
              <a:t>StandardScaler</a:t>
            </a:r>
            <a:endParaRPr lang="es-ES" sz="16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DEAE79-6337-2417-8DEC-72FAA6F19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942" y="1869897"/>
            <a:ext cx="2784058" cy="498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18D51-D857-5EAF-EA29-64A62623C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546B5-C7E8-82DD-CE97-E0399E58C5B1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/>
          <a:p>
            <a:pPr rtl="0"/>
            <a:r>
              <a:rPr lang="es-ES" dirty="0"/>
              <a:t>Análisis Exploratorio de datos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7011A55-2E61-A228-7CE0-5589AFD04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402" y="2222286"/>
            <a:ext cx="5691876" cy="4635713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s-MX" dirty="0"/>
              <a:t>Hallazgos principales: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Las horas de estudio mostraron una fuerte relación con el rendimiento académico.</a:t>
            </a:r>
          </a:p>
          <a:p>
            <a:pPr algn="just"/>
            <a:r>
              <a:rPr lang="es-MX" dirty="0"/>
              <a:t>La asistencia presentó una relación positiva moderada con las calificaciones finales.</a:t>
            </a:r>
          </a:p>
          <a:p>
            <a:pPr algn="just"/>
            <a:r>
              <a:rPr lang="es-MX" dirty="0"/>
              <a:t>Se identificaron patrones diferenciados entre estudiantes según horas de estudio, asistencia y rendimiento académico.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Visualizaciones realizadas:</a:t>
            </a:r>
          </a:p>
          <a:p>
            <a:pPr algn="just"/>
            <a:r>
              <a:rPr lang="es-MX" dirty="0"/>
              <a:t>Matriz de correlación</a:t>
            </a:r>
          </a:p>
          <a:p>
            <a:pPr algn="just"/>
            <a:r>
              <a:rPr lang="es-MX" dirty="0"/>
              <a:t>Histogramas de distribución</a:t>
            </a:r>
          </a:p>
          <a:p>
            <a:pPr algn="just"/>
            <a:r>
              <a:rPr lang="es-MX" dirty="0"/>
              <a:t>Estadísticas descriptivas</a:t>
            </a:r>
            <a:endParaRPr lang="es-EC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438101D-A3FC-624A-9CC9-12B96F17D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124" y="2053184"/>
            <a:ext cx="5498367" cy="480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2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5ED4-E997-44FB-2EAA-4DBE5057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92672-E446-FDE8-9BFC-0BCD415A3487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/>
          <a:p>
            <a:pPr rtl="0"/>
            <a:r>
              <a:rPr lang="es-ES" dirty="0"/>
              <a:t>Modelo K-Means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0D80691-8160-D89C-7815-2AE0129D5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084" y="2150367"/>
            <a:ext cx="5529827" cy="4548383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s-MX" dirty="0"/>
              <a:t>Objetivo:</a:t>
            </a:r>
          </a:p>
          <a:p>
            <a:pPr algn="just"/>
            <a:r>
              <a:rPr lang="es-MX" dirty="0"/>
              <a:t>Identificar agrupamientos de estudiantes con características similares.</a:t>
            </a:r>
          </a:p>
          <a:p>
            <a:pPr algn="just"/>
            <a:endParaRPr lang="es-MX" dirty="0"/>
          </a:p>
          <a:p>
            <a:pPr marL="0" indent="0" algn="just">
              <a:buNone/>
            </a:pPr>
            <a:r>
              <a:rPr lang="es-MX" dirty="0"/>
              <a:t>Métodos utilizados:</a:t>
            </a:r>
          </a:p>
          <a:p>
            <a:pPr algn="just"/>
            <a:r>
              <a:rPr lang="es-MX" dirty="0" err="1"/>
              <a:t>Elbow</a:t>
            </a:r>
            <a:r>
              <a:rPr lang="es-MX" dirty="0"/>
              <a:t> Method</a:t>
            </a:r>
          </a:p>
          <a:p>
            <a:pPr algn="just"/>
            <a:r>
              <a:rPr lang="es-MX" dirty="0" err="1"/>
              <a:t>Silhouette</a:t>
            </a:r>
            <a:r>
              <a:rPr lang="es-MX" dirty="0"/>
              <a:t> Score</a:t>
            </a:r>
          </a:p>
          <a:p>
            <a:pPr algn="just"/>
            <a:endParaRPr lang="es-MX" dirty="0"/>
          </a:p>
          <a:p>
            <a:pPr marL="0" indent="0" algn="just">
              <a:buNone/>
            </a:pPr>
            <a:r>
              <a:rPr lang="es-MX" dirty="0"/>
              <a:t>Resultados:</a:t>
            </a:r>
          </a:p>
          <a:p>
            <a:pPr algn="just"/>
            <a:r>
              <a:rPr lang="es-MX" dirty="0"/>
              <a:t>Se trabajó con 4 </a:t>
            </a:r>
            <a:r>
              <a:rPr lang="es-MX" dirty="0" err="1"/>
              <a:t>clusters</a:t>
            </a:r>
            <a:r>
              <a:rPr lang="es-MX" dirty="0"/>
              <a:t> para obtener una segmentación más interpretable de los perfiles estudiantiles.</a:t>
            </a:r>
          </a:p>
          <a:p>
            <a:pPr algn="just"/>
            <a:r>
              <a:rPr lang="es-MX" dirty="0"/>
              <a:t>Se obtuvieron agrupamientos relativamente balanceados.</a:t>
            </a:r>
          </a:p>
          <a:p>
            <a:pPr algn="just"/>
            <a:r>
              <a:rPr lang="es-MX" dirty="0"/>
              <a:t>Los </a:t>
            </a:r>
            <a:r>
              <a:rPr lang="es-MX" dirty="0" err="1"/>
              <a:t>clusters</a:t>
            </a:r>
            <a:r>
              <a:rPr lang="es-MX" dirty="0"/>
              <a:t> mostraron diferencias en horas de estudio, asistencia y rendimiento académico.</a:t>
            </a:r>
            <a:endParaRPr lang="es-EC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E2079A-0C28-483D-6808-530379BC3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992" y="1922726"/>
            <a:ext cx="3496315" cy="274279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7DF24F0-EA41-8EDC-62FB-F3BF799F7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3306" y="4029458"/>
            <a:ext cx="3438693" cy="271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80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62C94-F900-0B54-2333-4F843014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A6AC4-101E-7677-0FC8-AD8501A9B796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/>
          <a:p>
            <a:pPr rtl="0"/>
            <a:r>
              <a:rPr lang="es-ES" dirty="0"/>
              <a:t>Modelo DBSCAN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D4F8614-26E6-D944-B05B-638645CCD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6043" y="1795550"/>
            <a:ext cx="6395258" cy="498539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MX" dirty="0"/>
              <a:t>Objetivo:</a:t>
            </a:r>
          </a:p>
          <a:p>
            <a:r>
              <a:rPr lang="es-MX" dirty="0"/>
              <a:t>Detectar agrupamientos basados en densidad y posibles observaciones atípicas.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Selección de parámetros:</a:t>
            </a:r>
          </a:p>
          <a:p>
            <a:r>
              <a:rPr lang="es-MX" dirty="0"/>
              <a:t>Se utilizó un k-</a:t>
            </a:r>
            <a:r>
              <a:rPr lang="es-MX" dirty="0" err="1"/>
              <a:t>distance</a:t>
            </a:r>
            <a:r>
              <a:rPr lang="es-MX" dirty="0"/>
              <a:t> </a:t>
            </a:r>
            <a:r>
              <a:rPr lang="es-MX" dirty="0" err="1"/>
              <a:t>graph</a:t>
            </a:r>
            <a:r>
              <a:rPr lang="es-MX" dirty="0"/>
              <a:t> para elegir </a:t>
            </a:r>
            <a:r>
              <a:rPr lang="es-MX" dirty="0" err="1"/>
              <a:t>eps</a:t>
            </a:r>
            <a:r>
              <a:rPr lang="es-MX" dirty="0"/>
              <a:t>.</a:t>
            </a:r>
          </a:p>
          <a:p>
            <a:r>
              <a:rPr lang="es-MX" dirty="0" err="1"/>
              <a:t>eps</a:t>
            </a:r>
            <a:r>
              <a:rPr lang="es-MX" dirty="0"/>
              <a:t> = 0.6</a:t>
            </a:r>
          </a:p>
          <a:p>
            <a:r>
              <a:rPr lang="es-MX" dirty="0" err="1"/>
              <a:t>min_samples</a:t>
            </a:r>
            <a:r>
              <a:rPr lang="es-MX" dirty="0"/>
              <a:t> = 5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Resultados:</a:t>
            </a:r>
          </a:p>
          <a:p>
            <a:r>
              <a:rPr lang="es-MX" dirty="0"/>
              <a:t>DBSCAN identificó agrupamientos basados en densidad y detectó observaciones atípicas.</a:t>
            </a:r>
          </a:p>
          <a:p>
            <a:r>
              <a:rPr lang="es-MX" dirty="0"/>
              <a:t>Los puntos con etiqueta -1 fueron clasificados como ruido u observaciones atípicas.</a:t>
            </a:r>
          </a:p>
          <a:p>
            <a:r>
              <a:rPr lang="es-MX" dirty="0"/>
              <a:t>El </a:t>
            </a:r>
            <a:r>
              <a:rPr lang="es-MX" dirty="0" err="1"/>
              <a:t>Silhouette</a:t>
            </a:r>
            <a:r>
              <a:rPr lang="es-MX" dirty="0"/>
              <a:t> Score se calculó excluyendo los puntos de ruido.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dirty="0"/>
              <a:t>Diferencia frente a K-Means:</a:t>
            </a:r>
          </a:p>
          <a:p>
            <a:r>
              <a:rPr lang="es-MX" dirty="0"/>
              <a:t>DBSCAN no fuerza todos los datos a pertenecer a un </a:t>
            </a:r>
            <a:r>
              <a:rPr lang="es-MX" dirty="0" err="1"/>
              <a:t>cluster</a:t>
            </a:r>
            <a:r>
              <a:rPr lang="es-MX" dirty="0"/>
              <a:t>.</a:t>
            </a:r>
            <a:endParaRPr lang="es-EC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802A68-E8CD-0B6A-1F9E-506D02673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300" y="2421350"/>
            <a:ext cx="5184658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68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F0B8-4296-E4E3-0838-8CC4C385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BFC9E-5846-C170-8F35-7E09BDEA36F5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810000" y="447188"/>
            <a:ext cx="6731231" cy="970450"/>
          </a:xfrm>
        </p:spPr>
        <p:txBody>
          <a:bodyPr rtlCol="0"/>
          <a:lstStyle/>
          <a:p>
            <a:pPr rtl="0"/>
            <a:r>
              <a:rPr lang="es-ES" sz="3600" dirty="0"/>
              <a:t>Reducción de dimensionalidad: PCA y t-SNE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94E8E90-FC42-3941-0622-9EDDC54BB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2509" y="2222287"/>
            <a:ext cx="7535299" cy="4571692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s-MX" dirty="0"/>
              <a:t>PCA:</a:t>
            </a:r>
          </a:p>
          <a:p>
            <a:pPr algn="just"/>
            <a:r>
              <a:rPr lang="es-MX" dirty="0"/>
              <a:t>Reduce las variables a componentes principales.</a:t>
            </a:r>
          </a:p>
          <a:p>
            <a:pPr algn="just"/>
            <a:r>
              <a:rPr lang="es-MX" dirty="0"/>
              <a:t>Permite visualizar los </a:t>
            </a:r>
            <a:r>
              <a:rPr lang="es-MX" dirty="0" err="1"/>
              <a:t>clusters</a:t>
            </a:r>
            <a:r>
              <a:rPr lang="es-MX" dirty="0"/>
              <a:t> en 2D.</a:t>
            </a:r>
          </a:p>
          <a:p>
            <a:pPr algn="just"/>
            <a:r>
              <a:rPr lang="es-MX" dirty="0"/>
              <a:t>Permite conservar y visualizar gran parte de la variabilidad de los datos en 2 dimensiones.</a:t>
            </a:r>
          </a:p>
          <a:p>
            <a:pPr marL="0" indent="0" algn="just">
              <a:buNone/>
            </a:pPr>
            <a:r>
              <a:rPr lang="es-MX" dirty="0"/>
              <a:t>t-SNE:</a:t>
            </a:r>
          </a:p>
          <a:p>
            <a:pPr algn="just"/>
            <a:r>
              <a:rPr lang="es-MX" dirty="0"/>
              <a:t>Permite visualizar patrones no lineales.</a:t>
            </a:r>
          </a:p>
          <a:p>
            <a:pPr algn="just"/>
            <a:r>
              <a:rPr lang="es-MX" dirty="0"/>
              <a:t>Muestra agrupamientos complejos y separaciones no lineales entre estudiantes.</a:t>
            </a:r>
          </a:p>
          <a:p>
            <a:pPr algn="just"/>
            <a:r>
              <a:rPr lang="es-MX" dirty="0"/>
              <a:t>Complementa la visualización obtenida con PCA.</a:t>
            </a:r>
          </a:p>
          <a:p>
            <a:pPr algn="just"/>
            <a:endParaRPr lang="es-MX" dirty="0"/>
          </a:p>
          <a:p>
            <a:pPr marL="0" indent="0" algn="just">
              <a:buNone/>
            </a:pPr>
            <a:r>
              <a:rPr lang="es-MX" dirty="0"/>
              <a:t>El PCA logró conservar aproximadamente el 94.8% de la variabilidad total utilizando únicamente dos componentes principales.</a:t>
            </a:r>
            <a:endParaRPr lang="es-EC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87A990-5C63-8E31-706F-27A0ED31B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808" y="3469270"/>
            <a:ext cx="4324192" cy="338872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9309C48-1A8D-E0DB-0989-92E84F28F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808" y="64021"/>
            <a:ext cx="4324191" cy="336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4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7C717-903D-46C9-84AB-600B7964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3F914-01AA-1851-2F4A-2B9838C81B62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/>
          <a:p>
            <a:pPr rtl="0"/>
            <a:r>
              <a:rPr lang="es-ES" dirty="0"/>
              <a:t>Comparación entre modelos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AFDFF23F-63A3-D06B-8CD6-3D6988AD9EA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50276446"/>
              </p:ext>
            </p:extLst>
          </p:nvPr>
        </p:nvGraphicFramePr>
        <p:xfrm>
          <a:off x="810000" y="2818401"/>
          <a:ext cx="10572750" cy="18542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478105">
                  <a:extLst>
                    <a:ext uri="{9D8B030D-6E8A-4147-A177-3AD203B41FA5}">
                      <a16:colId xmlns:a16="http://schemas.microsoft.com/office/drawing/2014/main" val="1198563795"/>
                    </a:ext>
                  </a:extLst>
                </a:gridCol>
                <a:gridCol w="8094645">
                  <a:extLst>
                    <a:ext uri="{9D8B030D-6E8A-4147-A177-3AD203B41FA5}">
                      <a16:colId xmlns:a16="http://schemas.microsoft.com/office/drawing/2014/main" val="2430103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Técnica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Resultado observador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274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K-Means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Clusters</a:t>
                      </a:r>
                      <a:r>
                        <a:rPr lang="es-MX" dirty="0"/>
                        <a:t> relativamente balanceados y fáciles de interpretar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64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DBSCAN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Detectó ruido y agrupamientos por densidad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090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PCA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Alta conservación de variabilidad en 2 dimensiones (~94.8%)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55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t-SNE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Mejor separación visual de patrones complejos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574684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855F618-3E76-967A-F7D7-DB4FF309C676}"/>
              </a:ext>
            </a:extLst>
          </p:cNvPr>
          <p:cNvSpPr txBox="1"/>
          <p:nvPr/>
        </p:nvSpPr>
        <p:spPr>
          <a:xfrm>
            <a:off x="667820" y="5095982"/>
            <a:ext cx="10714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/>
              <a:t>Hallazgo principal:</a:t>
            </a:r>
          </a:p>
          <a:p>
            <a:pPr algn="just"/>
            <a:r>
              <a:rPr lang="es-MX" dirty="0"/>
              <a:t>K-Means permitió obtener una segmentación interpretable de los estudiantes, mientras que DBSCAN facilitó la detección de ruido y agrupamientos por densidad. PCA y t-SNE ayudaron a visualizar de manera más clara los patrones presentes en los datos.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02559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A8E7C-251A-97BE-199E-4ACEE011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0A378-9840-2EAE-6B20-229FC086CA79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 rtlCol="0"/>
          <a:lstStyle/>
          <a:p>
            <a:pPr rtl="0"/>
            <a:r>
              <a:rPr lang="es-ES" dirty="0"/>
              <a:t>Conclusiones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E08DE76-7474-943F-CC37-04A90B165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001" y="2222286"/>
            <a:ext cx="10571998" cy="463571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MX" dirty="0"/>
              <a:t>Las técnicas de aprendizaje no supervisado permitieron identificar diferentes perfiles estudiantiles. </a:t>
            </a:r>
          </a:p>
          <a:p>
            <a:pPr algn="just"/>
            <a:r>
              <a:rPr lang="es-MX" dirty="0"/>
              <a:t>Las horas de estudio, la asistencia y el rendimiento académico mostraron relaciones importantes dentro del análisis. </a:t>
            </a:r>
          </a:p>
          <a:p>
            <a:pPr algn="just"/>
            <a:r>
              <a:rPr lang="es-MX" dirty="0"/>
              <a:t>K-Means permitió obtener </a:t>
            </a:r>
            <a:r>
              <a:rPr lang="es-MX" dirty="0" err="1"/>
              <a:t>clusters</a:t>
            </a:r>
            <a:r>
              <a:rPr lang="es-MX" dirty="0"/>
              <a:t> interpretables para el análisis de perfiles estudiantiles. </a:t>
            </a:r>
          </a:p>
          <a:p>
            <a:pPr algn="just"/>
            <a:r>
              <a:rPr lang="es-MX" dirty="0"/>
              <a:t>DBSCAN permitió detectar agrupamientos por densidad y posibles observaciones atípicas. </a:t>
            </a:r>
          </a:p>
          <a:p>
            <a:pPr algn="just"/>
            <a:r>
              <a:rPr lang="es-MX" dirty="0"/>
              <a:t>PCA y t-SNE facilitaron la visualización de patrones y agrupamientos complejos en los datos. </a:t>
            </a:r>
          </a:p>
          <a:p>
            <a:pPr algn="just"/>
            <a:r>
              <a:rPr lang="es-MX" dirty="0"/>
              <a:t>La preparación y normalización de datos fueron fundamentales para obtener mejores resultados.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671023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ble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3585702_TF45182065_Win32" id="{FC56CF45-A983-4A55-B2CB-31E608060C9D}" vid="{7D51ACA5-8D5C-41FB-8135-7DA9E6C9848F}"/>
    </a:ext>
  </a:extLst>
</a:theme>
</file>

<file path=ppt/theme/theme2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19B3EA6-E2E1-4B68-B700-9432F9FC79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EDC914-E79E-4731-88EB-C290A6D4D6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8413E5-0484-489B-B293-D8720B6027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Esquema de discurso persuasivo </Template>
  <TotalTime>261</TotalTime>
  <Words>615</Words>
  <Application>Microsoft Office PowerPoint</Application>
  <PresentationFormat>Panorámica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Calibri</vt:lpstr>
      <vt:lpstr>Century Gothic</vt:lpstr>
      <vt:lpstr>Tahoma</vt:lpstr>
      <vt:lpstr>Wingdings 2</vt:lpstr>
      <vt:lpstr>Citable</vt:lpstr>
      <vt:lpstr>Segmentación de perfiles estudiantiles mediante técnicas de aprendizaje no supervisado</vt:lpstr>
      <vt:lpstr>Grupo 11 - Integrantes</vt:lpstr>
      <vt:lpstr>Introducción y Objetivo</vt:lpstr>
      <vt:lpstr>Dataset y preparación de datos</vt:lpstr>
      <vt:lpstr>Análisis Exploratorio de datos</vt:lpstr>
      <vt:lpstr>Modelo K-Means</vt:lpstr>
      <vt:lpstr>Modelo DBSCAN</vt:lpstr>
      <vt:lpstr>Reducción de dimensionalidad: PCA y t-SNE</vt:lpstr>
      <vt:lpstr>Comparación entre modelos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R. Nevárez</dc:creator>
  <cp:lastModifiedBy>Erik R. Nevárez</cp:lastModifiedBy>
  <cp:revision>3</cp:revision>
  <dcterms:created xsi:type="dcterms:W3CDTF">2026-05-05T03:55:47Z</dcterms:created>
  <dcterms:modified xsi:type="dcterms:W3CDTF">2026-05-14T14:03:06Z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