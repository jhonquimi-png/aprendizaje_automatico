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7" r:id="rId6"/>
    <p:sldId id="267" r:id="rId7"/>
    <p:sldId id="273" r:id="rId8"/>
    <p:sldId id="270" r:id="rId9"/>
    <p:sldId id="271" r:id="rId10"/>
    <p:sldId id="272" r:id="rId11"/>
    <p:sldId id="274" r:id="rId12"/>
    <p:sldId id="275" r:id="rId13"/>
    <p:sldId id="276" r:id="rId14"/>
  </p:sldIdLst>
  <p:sldSz cx="12192000" cy="6858000"/>
  <p:notesSz cx="6858000" cy="9144000"/>
  <p:defaultTextStyle>
    <a:defPPr rtl="0">
      <a:defRPr lang="es-E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E3E3E"/>
    <a:srgbClr val="6D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6B27671-5497-424D-A950-8C846A1EF6D6}" v="10" dt="2026-05-13T21:34:15.109"/>
  </p1510:revLst>
</p1510:revInfo>
</file>

<file path=ppt/tableStyles.xml><?xml version="1.0" encoding="utf-8"?>
<a:tblStyleLst xmlns:a="http://schemas.openxmlformats.org/drawingml/2006/main" def="{69C7853C-536D-4A76-A0AE-DD22124D55A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383" autoAdjust="0"/>
  </p:normalViewPr>
  <p:slideViewPr>
    <p:cSldViewPr snapToGrid="0">
      <p:cViewPr varScale="1">
        <p:scale>
          <a:sx n="93" d="100"/>
          <a:sy n="93" d="100"/>
        </p:scale>
        <p:origin x="1272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6" d="100"/>
          <a:sy n="106" d="100"/>
        </p:scale>
        <p:origin x="5334" y="12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ik Nevárez" userId="6ee4c390-5946-4396-81d6-8bef003799c4" providerId="ADAL" clId="{90CFCD2F-5E7C-4AD0-AA23-E18EDCAED6E8}"/>
    <pc:docChg chg="undo custSel delSld modSld">
      <pc:chgData name="Erik Nevárez" userId="6ee4c390-5946-4396-81d6-8bef003799c4" providerId="ADAL" clId="{90CFCD2F-5E7C-4AD0-AA23-E18EDCAED6E8}" dt="2026-05-13T21:35:31.834" v="902" actId="1076"/>
      <pc:docMkLst>
        <pc:docMk/>
      </pc:docMkLst>
      <pc:sldChg chg="modSp mod">
        <pc:chgData name="Erik Nevárez" userId="6ee4c390-5946-4396-81d6-8bef003799c4" providerId="ADAL" clId="{90CFCD2F-5E7C-4AD0-AA23-E18EDCAED6E8}" dt="2026-05-13T19:36:54.727" v="137" actId="6549"/>
        <pc:sldMkLst>
          <pc:docMk/>
          <pc:sldMk cId="1613975849" sldId="256"/>
        </pc:sldMkLst>
        <pc:spChg chg="mod">
          <ac:chgData name="Erik Nevárez" userId="6ee4c390-5946-4396-81d6-8bef003799c4" providerId="ADAL" clId="{90CFCD2F-5E7C-4AD0-AA23-E18EDCAED6E8}" dt="2026-05-13T19:36:54.727" v="137" actId="6549"/>
          <ac:spMkLst>
            <pc:docMk/>
            <pc:sldMk cId="1613975849" sldId="256"/>
            <ac:spMk id="2" creationId="{AA2D37BC-7D91-4F83-845D-70080D7DD6FC}"/>
          </ac:spMkLst>
        </pc:spChg>
      </pc:sldChg>
      <pc:sldChg chg="addSp modSp mod modClrScheme chgLayout">
        <pc:chgData name="Erik Nevárez" userId="6ee4c390-5946-4396-81d6-8bef003799c4" providerId="ADAL" clId="{90CFCD2F-5E7C-4AD0-AA23-E18EDCAED6E8}" dt="2026-05-13T20:43:40.787" v="241" actId="27636"/>
        <pc:sldMkLst>
          <pc:docMk/>
          <pc:sldMk cId="1729462857" sldId="267"/>
        </pc:sldMkLst>
        <pc:spChg chg="mod">
          <ac:chgData name="Erik Nevárez" userId="6ee4c390-5946-4396-81d6-8bef003799c4" providerId="ADAL" clId="{90CFCD2F-5E7C-4AD0-AA23-E18EDCAED6E8}" dt="2026-05-13T20:42:49.726" v="229" actId="26606"/>
          <ac:spMkLst>
            <pc:docMk/>
            <pc:sldMk cId="1729462857" sldId="267"/>
            <ac:spMk id="2" creationId="{9ED597A3-CAEC-4FBF-94DF-5925729E0C97}"/>
          </ac:spMkLst>
        </pc:spChg>
        <pc:spChg chg="mod ord">
          <ac:chgData name="Erik Nevárez" userId="6ee4c390-5946-4396-81d6-8bef003799c4" providerId="ADAL" clId="{90CFCD2F-5E7C-4AD0-AA23-E18EDCAED6E8}" dt="2026-05-13T20:43:40.787" v="241" actId="27636"/>
          <ac:spMkLst>
            <pc:docMk/>
            <pc:sldMk cId="1729462857" sldId="267"/>
            <ac:spMk id="3" creationId="{77EF5FD3-E825-420F-8A22-D0B5F329468F}"/>
          </ac:spMkLst>
        </pc:spChg>
        <pc:picChg chg="add mod">
          <ac:chgData name="Erik Nevárez" userId="6ee4c390-5946-4396-81d6-8bef003799c4" providerId="ADAL" clId="{90CFCD2F-5E7C-4AD0-AA23-E18EDCAED6E8}" dt="2026-05-13T20:43:05.307" v="232" actId="14100"/>
          <ac:picMkLst>
            <pc:docMk/>
            <pc:sldMk cId="1729462857" sldId="267"/>
            <ac:picMk id="5" creationId="{FC78D25F-CEA2-86F0-91FF-C88297DF5D44}"/>
          </ac:picMkLst>
        </pc:picChg>
      </pc:sldChg>
      <pc:sldChg chg="addSp delSp modSp mod">
        <pc:chgData name="Erik Nevárez" userId="6ee4c390-5946-4396-81d6-8bef003799c4" providerId="ADAL" clId="{90CFCD2F-5E7C-4AD0-AA23-E18EDCAED6E8}" dt="2026-05-13T20:52:14.582" v="318" actId="14100"/>
        <pc:sldMkLst>
          <pc:docMk/>
          <pc:sldMk cId="601328875" sldId="270"/>
        </pc:sldMkLst>
        <pc:spChg chg="mod">
          <ac:chgData name="Erik Nevárez" userId="6ee4c390-5946-4396-81d6-8bef003799c4" providerId="ADAL" clId="{90CFCD2F-5E7C-4AD0-AA23-E18EDCAED6E8}" dt="2026-05-13T20:44:52.226" v="285" actId="20577"/>
          <ac:spMkLst>
            <pc:docMk/>
            <pc:sldMk cId="601328875" sldId="270"/>
            <ac:spMk id="2" creationId="{82E546B5-C7E8-82DD-CE97-E0399E58C5B1}"/>
          </ac:spMkLst>
        </pc:spChg>
        <pc:spChg chg="del">
          <ac:chgData name="Erik Nevárez" userId="6ee4c390-5946-4396-81d6-8bef003799c4" providerId="ADAL" clId="{90CFCD2F-5E7C-4AD0-AA23-E18EDCAED6E8}" dt="2026-05-13T20:44:57.898" v="286" actId="478"/>
          <ac:spMkLst>
            <pc:docMk/>
            <pc:sldMk cId="601328875" sldId="270"/>
            <ac:spMk id="3" creationId="{E17706EE-3598-A6D2-F49E-5211BDAC82E6}"/>
          </ac:spMkLst>
        </pc:spChg>
        <pc:spChg chg="add mod">
          <ac:chgData name="Erik Nevárez" userId="6ee4c390-5946-4396-81d6-8bef003799c4" providerId="ADAL" clId="{90CFCD2F-5E7C-4AD0-AA23-E18EDCAED6E8}" dt="2026-05-13T20:52:14.582" v="318" actId="14100"/>
          <ac:spMkLst>
            <pc:docMk/>
            <pc:sldMk cId="601328875" sldId="270"/>
            <ac:spMk id="5" creationId="{17011A55-2E61-A228-7CE0-5589AFD042E1}"/>
          </ac:spMkLst>
        </pc:spChg>
        <pc:picChg chg="add mod">
          <ac:chgData name="Erik Nevárez" userId="6ee4c390-5946-4396-81d6-8bef003799c4" providerId="ADAL" clId="{90CFCD2F-5E7C-4AD0-AA23-E18EDCAED6E8}" dt="2026-05-13T20:51:29.516" v="316" actId="14100"/>
          <ac:picMkLst>
            <pc:docMk/>
            <pc:sldMk cId="601328875" sldId="270"/>
            <ac:picMk id="7" creationId="{DCDBCF10-E0B0-DF09-AD35-7036FD2531DF}"/>
          </ac:picMkLst>
        </pc:picChg>
      </pc:sldChg>
      <pc:sldChg chg="addSp delSp modSp mod">
        <pc:chgData name="Erik Nevárez" userId="6ee4c390-5946-4396-81d6-8bef003799c4" providerId="ADAL" clId="{90CFCD2F-5E7C-4AD0-AA23-E18EDCAED6E8}" dt="2026-05-13T21:01:44.018" v="375" actId="1076"/>
        <pc:sldMkLst>
          <pc:docMk/>
          <pc:sldMk cId="762480560" sldId="271"/>
        </pc:sldMkLst>
        <pc:spChg chg="mod">
          <ac:chgData name="Erik Nevárez" userId="6ee4c390-5946-4396-81d6-8bef003799c4" providerId="ADAL" clId="{90CFCD2F-5E7C-4AD0-AA23-E18EDCAED6E8}" dt="2026-05-13T20:55:14.452" v="332" actId="20577"/>
          <ac:spMkLst>
            <pc:docMk/>
            <pc:sldMk cId="762480560" sldId="271"/>
            <ac:spMk id="2" creationId="{5EA92672-E446-FDE8-9BFC-0BCD415A3487}"/>
          </ac:spMkLst>
        </pc:spChg>
        <pc:spChg chg="del">
          <ac:chgData name="Erik Nevárez" userId="6ee4c390-5946-4396-81d6-8bef003799c4" providerId="ADAL" clId="{90CFCD2F-5E7C-4AD0-AA23-E18EDCAED6E8}" dt="2026-05-13T20:55:34.632" v="333" actId="478"/>
          <ac:spMkLst>
            <pc:docMk/>
            <pc:sldMk cId="762480560" sldId="271"/>
            <ac:spMk id="3" creationId="{5D87C734-8806-8B9C-0FF0-9C63A3E1ED40}"/>
          </ac:spMkLst>
        </pc:spChg>
        <pc:spChg chg="add mod">
          <ac:chgData name="Erik Nevárez" userId="6ee4c390-5946-4396-81d6-8bef003799c4" providerId="ADAL" clId="{90CFCD2F-5E7C-4AD0-AA23-E18EDCAED6E8}" dt="2026-05-13T21:01:30.963" v="371" actId="1076"/>
          <ac:spMkLst>
            <pc:docMk/>
            <pc:sldMk cId="762480560" sldId="271"/>
            <ac:spMk id="5" creationId="{90D80691-8160-D89C-7815-2AE0129D5D13}"/>
          </ac:spMkLst>
        </pc:spChg>
        <pc:picChg chg="add mod">
          <ac:chgData name="Erik Nevárez" userId="6ee4c390-5946-4396-81d6-8bef003799c4" providerId="ADAL" clId="{90CFCD2F-5E7C-4AD0-AA23-E18EDCAED6E8}" dt="2026-05-13T21:01:37.843" v="373" actId="1076"/>
          <ac:picMkLst>
            <pc:docMk/>
            <pc:sldMk cId="762480560" sldId="271"/>
            <ac:picMk id="7" creationId="{C07FBF6E-0A71-CD03-640E-F1A017BCC15C}"/>
          </ac:picMkLst>
        </pc:picChg>
        <pc:picChg chg="add mod">
          <ac:chgData name="Erik Nevárez" userId="6ee4c390-5946-4396-81d6-8bef003799c4" providerId="ADAL" clId="{90CFCD2F-5E7C-4AD0-AA23-E18EDCAED6E8}" dt="2026-05-13T21:01:44.018" v="375" actId="1076"/>
          <ac:picMkLst>
            <pc:docMk/>
            <pc:sldMk cId="762480560" sldId="271"/>
            <ac:picMk id="8" creationId="{7B9E37C4-E3D2-DBC5-7C58-F1D1EF0060F3}"/>
          </ac:picMkLst>
        </pc:picChg>
      </pc:sldChg>
      <pc:sldChg chg="addSp delSp modSp mod">
        <pc:chgData name="Erik Nevárez" userId="6ee4c390-5946-4396-81d6-8bef003799c4" providerId="ADAL" clId="{90CFCD2F-5E7C-4AD0-AA23-E18EDCAED6E8}" dt="2026-05-13T21:15:06.705" v="493" actId="20577"/>
        <pc:sldMkLst>
          <pc:docMk/>
          <pc:sldMk cId="4196368772" sldId="272"/>
        </pc:sldMkLst>
        <pc:spChg chg="mod">
          <ac:chgData name="Erik Nevárez" userId="6ee4c390-5946-4396-81d6-8bef003799c4" providerId="ADAL" clId="{90CFCD2F-5E7C-4AD0-AA23-E18EDCAED6E8}" dt="2026-05-13T21:15:06.705" v="493" actId="20577"/>
          <ac:spMkLst>
            <pc:docMk/>
            <pc:sldMk cId="4196368772" sldId="272"/>
            <ac:spMk id="2" creationId="{515A6AC4-101E-7677-0FC8-AD8501A9B796}"/>
          </ac:spMkLst>
        </pc:spChg>
        <pc:spChg chg="del">
          <ac:chgData name="Erik Nevárez" userId="6ee4c390-5946-4396-81d6-8bef003799c4" providerId="ADAL" clId="{90CFCD2F-5E7C-4AD0-AA23-E18EDCAED6E8}" dt="2026-05-13T21:03:09.456" v="389" actId="478"/>
          <ac:spMkLst>
            <pc:docMk/>
            <pc:sldMk cId="4196368772" sldId="272"/>
            <ac:spMk id="3" creationId="{C092B931-9DC5-7A4F-2569-E54108F14650}"/>
          </ac:spMkLst>
        </pc:spChg>
        <pc:spChg chg="add mod">
          <ac:chgData name="Erik Nevárez" userId="6ee4c390-5946-4396-81d6-8bef003799c4" providerId="ADAL" clId="{90CFCD2F-5E7C-4AD0-AA23-E18EDCAED6E8}" dt="2026-05-13T21:13:58.121" v="437" actId="27636"/>
          <ac:spMkLst>
            <pc:docMk/>
            <pc:sldMk cId="4196368772" sldId="272"/>
            <ac:spMk id="5" creationId="{DD4F8614-26E6-D944-B05B-638645CCDA6D}"/>
          </ac:spMkLst>
        </pc:spChg>
        <pc:picChg chg="add mod">
          <ac:chgData name="Erik Nevárez" userId="6ee4c390-5946-4396-81d6-8bef003799c4" providerId="ADAL" clId="{90CFCD2F-5E7C-4AD0-AA23-E18EDCAED6E8}" dt="2026-05-13T21:13:51.046" v="434" actId="1076"/>
          <ac:picMkLst>
            <pc:docMk/>
            <pc:sldMk cId="4196368772" sldId="272"/>
            <ac:picMk id="7" creationId="{3BF6EB5B-D1BD-82F6-FC48-7C2225732646}"/>
          </ac:picMkLst>
        </pc:picChg>
      </pc:sldChg>
      <pc:sldChg chg="addSp modSp mod">
        <pc:chgData name="Erik Nevárez" userId="6ee4c390-5946-4396-81d6-8bef003799c4" providerId="ADAL" clId="{90CFCD2F-5E7C-4AD0-AA23-E18EDCAED6E8}" dt="2026-05-13T20:58:45.322" v="360" actId="1076"/>
        <pc:sldMkLst>
          <pc:docMk/>
          <pc:sldMk cId="296488481" sldId="273"/>
        </pc:sldMkLst>
        <pc:spChg chg="mod">
          <ac:chgData name="Erik Nevárez" userId="6ee4c390-5946-4396-81d6-8bef003799c4" providerId="ADAL" clId="{90CFCD2F-5E7C-4AD0-AA23-E18EDCAED6E8}" dt="2026-05-13T20:41:37.405" v="225" actId="20577"/>
          <ac:spMkLst>
            <pc:docMk/>
            <pc:sldMk cId="296488481" sldId="273"/>
            <ac:spMk id="2" creationId="{215A9A83-2047-59E9-F8A2-F600F2514919}"/>
          </ac:spMkLst>
        </pc:spChg>
        <pc:spChg chg="mod">
          <ac:chgData name="Erik Nevárez" userId="6ee4c390-5946-4396-81d6-8bef003799c4" providerId="ADAL" clId="{90CFCD2F-5E7C-4AD0-AA23-E18EDCAED6E8}" dt="2026-05-13T20:58:45.322" v="360" actId="1076"/>
          <ac:spMkLst>
            <pc:docMk/>
            <pc:sldMk cId="296488481" sldId="273"/>
            <ac:spMk id="3" creationId="{8B3A9E6E-94F6-0CAD-7F22-CDBC3E25B637}"/>
          </ac:spMkLst>
        </pc:spChg>
        <pc:picChg chg="add mod">
          <ac:chgData name="Erik Nevárez" userId="6ee4c390-5946-4396-81d6-8bef003799c4" providerId="ADAL" clId="{90CFCD2F-5E7C-4AD0-AA23-E18EDCAED6E8}" dt="2026-05-13T20:58:11.943" v="354" actId="1076"/>
          <ac:picMkLst>
            <pc:docMk/>
            <pc:sldMk cId="296488481" sldId="273"/>
            <ac:picMk id="5" creationId="{CCDEAE79-6337-2417-8DEC-72FAA6F193B5}"/>
          </ac:picMkLst>
        </pc:picChg>
      </pc:sldChg>
      <pc:sldChg chg="addSp delSp modSp mod">
        <pc:chgData name="Erik Nevárez" userId="6ee4c390-5946-4396-81d6-8bef003799c4" providerId="ADAL" clId="{90CFCD2F-5E7C-4AD0-AA23-E18EDCAED6E8}" dt="2026-05-13T21:20:59.147" v="567" actId="14100"/>
        <pc:sldMkLst>
          <pc:docMk/>
          <pc:sldMk cId="3767943060" sldId="274"/>
        </pc:sldMkLst>
        <pc:spChg chg="mod">
          <ac:chgData name="Erik Nevárez" userId="6ee4c390-5946-4396-81d6-8bef003799c4" providerId="ADAL" clId="{90CFCD2F-5E7C-4AD0-AA23-E18EDCAED6E8}" dt="2026-05-13T21:20:59.147" v="567" actId="14100"/>
          <ac:spMkLst>
            <pc:docMk/>
            <pc:sldMk cId="3767943060" sldId="274"/>
            <ac:spMk id="2" creationId="{343BFC9E-5846-C170-8F35-7E09BDEA36F5}"/>
          </ac:spMkLst>
        </pc:spChg>
        <pc:spChg chg="del">
          <ac:chgData name="Erik Nevárez" userId="6ee4c390-5946-4396-81d6-8bef003799c4" providerId="ADAL" clId="{90CFCD2F-5E7C-4AD0-AA23-E18EDCAED6E8}" dt="2026-05-13T21:15:15.267" v="494" actId="478"/>
          <ac:spMkLst>
            <pc:docMk/>
            <pc:sldMk cId="3767943060" sldId="274"/>
            <ac:spMk id="3" creationId="{26C16D59-F9CE-DCFA-6CEE-EFE15268A4D4}"/>
          </ac:spMkLst>
        </pc:spChg>
        <pc:spChg chg="add mod">
          <ac:chgData name="Erik Nevárez" userId="6ee4c390-5946-4396-81d6-8bef003799c4" providerId="ADAL" clId="{90CFCD2F-5E7C-4AD0-AA23-E18EDCAED6E8}" dt="2026-05-13T21:16:39.520" v="558" actId="6549"/>
          <ac:spMkLst>
            <pc:docMk/>
            <pc:sldMk cId="3767943060" sldId="274"/>
            <ac:spMk id="5" creationId="{294E8E90-FC42-3941-0622-9EDDC54BB559}"/>
          </ac:spMkLst>
        </pc:spChg>
        <pc:picChg chg="add mod">
          <ac:chgData name="Erik Nevárez" userId="6ee4c390-5946-4396-81d6-8bef003799c4" providerId="ADAL" clId="{90CFCD2F-5E7C-4AD0-AA23-E18EDCAED6E8}" dt="2026-05-13T21:20:44.892" v="563" actId="1076"/>
          <ac:picMkLst>
            <pc:docMk/>
            <pc:sldMk cId="3767943060" sldId="274"/>
            <ac:picMk id="7" creationId="{3D251192-A214-2BF3-13E1-773BF7BBA8F1}"/>
          </ac:picMkLst>
        </pc:picChg>
        <pc:picChg chg="add mod">
          <ac:chgData name="Erik Nevárez" userId="6ee4c390-5946-4396-81d6-8bef003799c4" providerId="ADAL" clId="{90CFCD2F-5E7C-4AD0-AA23-E18EDCAED6E8}" dt="2026-05-13T21:20:53.905" v="566" actId="14100"/>
          <ac:picMkLst>
            <pc:docMk/>
            <pc:sldMk cId="3767943060" sldId="274"/>
            <ac:picMk id="9" creationId="{B2D53A6B-6B8A-883B-88FC-163FD0F45B91}"/>
          </ac:picMkLst>
        </pc:picChg>
      </pc:sldChg>
      <pc:sldChg chg="addSp delSp modSp mod">
        <pc:chgData name="Erik Nevárez" userId="6ee4c390-5946-4396-81d6-8bef003799c4" providerId="ADAL" clId="{90CFCD2F-5E7C-4AD0-AA23-E18EDCAED6E8}" dt="2026-05-13T21:35:31.834" v="902" actId="1076"/>
        <pc:sldMkLst>
          <pc:docMk/>
          <pc:sldMk cId="3802559730" sldId="275"/>
        </pc:sldMkLst>
        <pc:spChg chg="mod">
          <ac:chgData name="Erik Nevárez" userId="6ee4c390-5946-4396-81d6-8bef003799c4" providerId="ADAL" clId="{90CFCD2F-5E7C-4AD0-AA23-E18EDCAED6E8}" dt="2026-05-13T21:22:16.927" v="592" actId="20577"/>
          <ac:spMkLst>
            <pc:docMk/>
            <pc:sldMk cId="3802559730" sldId="275"/>
            <ac:spMk id="2" creationId="{0EC3F914-01AA-1851-2F4A-2B9838C81B62}"/>
          </ac:spMkLst>
        </pc:spChg>
        <pc:spChg chg="del">
          <ac:chgData name="Erik Nevárez" userId="6ee4c390-5946-4396-81d6-8bef003799c4" providerId="ADAL" clId="{90CFCD2F-5E7C-4AD0-AA23-E18EDCAED6E8}" dt="2026-05-13T21:22:43.197" v="593" actId="478"/>
          <ac:spMkLst>
            <pc:docMk/>
            <pc:sldMk cId="3802559730" sldId="275"/>
            <ac:spMk id="3" creationId="{108ED8CD-4511-7A55-36E0-AB3889BFC439}"/>
          </ac:spMkLst>
        </pc:spChg>
        <pc:spChg chg="add del mod">
          <ac:chgData name="Erik Nevárez" userId="6ee4c390-5946-4396-81d6-8bef003799c4" providerId="ADAL" clId="{90CFCD2F-5E7C-4AD0-AA23-E18EDCAED6E8}" dt="2026-05-13T21:23:01.535" v="594" actId="3680"/>
          <ac:spMkLst>
            <pc:docMk/>
            <pc:sldMk cId="3802559730" sldId="275"/>
            <ac:spMk id="5" creationId="{254723F2-1870-7EB6-AD3E-0A5262AE3CD9}"/>
          </ac:spMkLst>
        </pc:spChg>
        <pc:spChg chg="add mod">
          <ac:chgData name="Erik Nevárez" userId="6ee4c390-5946-4396-81d6-8bef003799c4" providerId="ADAL" clId="{90CFCD2F-5E7C-4AD0-AA23-E18EDCAED6E8}" dt="2026-05-13T21:33:24.964" v="855" actId="123"/>
          <ac:spMkLst>
            <pc:docMk/>
            <pc:sldMk cId="3802559730" sldId="275"/>
            <ac:spMk id="7" creationId="{2855F618-3E76-967A-F7D7-DB4FF309C676}"/>
          </ac:spMkLst>
        </pc:spChg>
        <pc:graphicFrameChg chg="add mod ord modGraphic">
          <ac:chgData name="Erik Nevárez" userId="6ee4c390-5946-4396-81d6-8bef003799c4" providerId="ADAL" clId="{90CFCD2F-5E7C-4AD0-AA23-E18EDCAED6E8}" dt="2026-05-13T21:35:31.834" v="902" actId="1076"/>
          <ac:graphicFrameMkLst>
            <pc:docMk/>
            <pc:sldMk cId="3802559730" sldId="275"/>
            <ac:graphicFrameMk id="6" creationId="{AFDFF23F-63A3-D06B-8CD6-3D6988AD9EA1}"/>
          </ac:graphicFrameMkLst>
        </pc:graphicFrameChg>
      </pc:sldChg>
      <pc:sldChg chg="addSp delSp modSp mod">
        <pc:chgData name="Erik Nevárez" userId="6ee4c390-5946-4396-81d6-8bef003799c4" providerId="ADAL" clId="{90CFCD2F-5E7C-4AD0-AA23-E18EDCAED6E8}" dt="2026-05-13T21:34:47.535" v="900" actId="123"/>
        <pc:sldMkLst>
          <pc:docMk/>
          <pc:sldMk cId="3267102330" sldId="276"/>
        </pc:sldMkLst>
        <pc:spChg chg="mod">
          <ac:chgData name="Erik Nevárez" userId="6ee4c390-5946-4396-81d6-8bef003799c4" providerId="ADAL" clId="{90CFCD2F-5E7C-4AD0-AA23-E18EDCAED6E8}" dt="2026-05-13T21:33:37.094" v="873" actId="20577"/>
          <ac:spMkLst>
            <pc:docMk/>
            <pc:sldMk cId="3267102330" sldId="276"/>
            <ac:spMk id="2" creationId="{7C80A378-9840-2EAE-6B20-229FC086CA79}"/>
          </ac:spMkLst>
        </pc:spChg>
        <pc:spChg chg="del">
          <ac:chgData name="Erik Nevárez" userId="6ee4c390-5946-4396-81d6-8bef003799c4" providerId="ADAL" clId="{90CFCD2F-5E7C-4AD0-AA23-E18EDCAED6E8}" dt="2026-05-13T21:33:43.285" v="874" actId="478"/>
          <ac:spMkLst>
            <pc:docMk/>
            <pc:sldMk cId="3267102330" sldId="276"/>
            <ac:spMk id="3" creationId="{2864936A-0C6D-C939-84EF-97F51C1C48FF}"/>
          </ac:spMkLst>
        </pc:spChg>
        <pc:spChg chg="add mod">
          <ac:chgData name="Erik Nevárez" userId="6ee4c390-5946-4396-81d6-8bef003799c4" providerId="ADAL" clId="{90CFCD2F-5E7C-4AD0-AA23-E18EDCAED6E8}" dt="2026-05-13T21:34:47.535" v="900" actId="123"/>
          <ac:spMkLst>
            <pc:docMk/>
            <pc:sldMk cId="3267102330" sldId="276"/>
            <ac:spMk id="5" creationId="{6E08DE76-7474-943F-CC37-04A90B165494}"/>
          </ac:spMkLst>
        </pc:spChg>
      </pc:sldChg>
      <pc:sldChg chg="del">
        <pc:chgData name="Erik Nevárez" userId="6ee4c390-5946-4396-81d6-8bef003799c4" providerId="ADAL" clId="{90CFCD2F-5E7C-4AD0-AA23-E18EDCAED6E8}" dt="2026-05-13T21:34:19.720" v="877" actId="47"/>
        <pc:sldMkLst>
          <pc:docMk/>
          <pc:sldMk cId="2781211319" sldId="277"/>
        </pc:sldMkLst>
      </pc:sldChg>
      <pc:sldChg chg="del">
        <pc:chgData name="Erik Nevárez" userId="6ee4c390-5946-4396-81d6-8bef003799c4" providerId="ADAL" clId="{90CFCD2F-5E7C-4AD0-AA23-E18EDCAED6E8}" dt="2026-05-13T21:34:19.720" v="877" actId="47"/>
        <pc:sldMkLst>
          <pc:docMk/>
          <pc:sldMk cId="2760806569" sldId="278"/>
        </pc:sldMkLst>
      </pc:sldChg>
      <pc:sldChg chg="del">
        <pc:chgData name="Erik Nevárez" userId="6ee4c390-5946-4396-81d6-8bef003799c4" providerId="ADAL" clId="{90CFCD2F-5E7C-4AD0-AA23-E18EDCAED6E8}" dt="2026-05-13T21:34:19.720" v="877" actId="47"/>
        <pc:sldMkLst>
          <pc:docMk/>
          <pc:sldMk cId="3345828451" sldId="27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>
            <a:extLst>
              <a:ext uri="{FF2B5EF4-FFF2-40B4-BE49-F238E27FC236}">
                <a16:creationId xmlns:a16="http://schemas.microsoft.com/office/drawing/2014/main" id="{73EDD3B8-5E68-48E9-AAB1-5DE570C28ED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A897E35-4312-4077-83D3-69953080BC2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6DAC6D3-CBD9-4093-ACF2-8A12DA24A989}" type="datetime1">
              <a:rPr lang="es-ES" smtClean="0"/>
              <a:t>13/05/2026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5853C52-2B92-4B9E-86F4-DB78684BEC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D20E0EA4-BAD2-4335-9446-CA4CCFEC14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D65BC62-3B36-43F8-8B69-D6E5E743DA3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651848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B7CF384-A5AD-45CE-8435-F14E9527E3A8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" noProof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E6AEB063-7F11-4E3B-BA52-07405B1C2D95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86293026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054555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013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305417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C5CC5-EC75-7372-6ED7-546DC072C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712E1D5-5101-DD07-EB68-998CD15C43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AAB63A4-335C-E87D-B5FE-DC2BA7B6D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3E97504-8C9C-389C-C18E-7FB99CD9F9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209748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687AF-FFDD-5C37-AE31-78CDBD00F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89C9A6A-806F-ED9A-0E2A-AEFC3A94A4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4B31FF9-CF80-07FE-FBE7-8CA66C4355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82CC799-DDEE-EB26-F6F8-5D32E99C60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25568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6A727-87FC-EE1B-E044-5CEA822B0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B5D8EB3-F6C0-FAD0-1242-E14809C3A7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4171D78-A557-2E66-4506-793268377D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6D45BD3-EC46-E0D0-DB18-F009A66904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54323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05ACB-E5EE-BC79-F97C-4272FB75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A35B5B3-1C99-5E10-D72D-5B77B3049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31B6751-53A7-A099-2486-D6B88834B6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53F490-5E63-20AC-93E6-4B6C2DB4DD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57393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7634D-C3DF-41A3-2F82-96358F17F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F4B3437-E533-4702-7ECF-63CDE688A2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E89837B-48BB-A4E9-2122-749445B58E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2AC5BEF-3013-4CA1-0CDA-2C8E04C057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9396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CA910-66A6-0A77-7574-5C7A71481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138903D-851D-0B25-8914-B2440A25A5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E3375F6-1CFF-F6EC-50E2-744279853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F2A33EB-22D6-5330-5B60-6D6A50457E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53692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00744-DD23-6436-1DFD-B96DA1816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D547D6B-5802-78FE-6E14-87B2A7CAA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F125A74-25AB-4732-2D8C-9EAEDD5A83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056D25C-8EA2-FC50-6C70-1BE616CF96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E6AEB063-7F11-4E3B-BA52-07405B1C2D95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262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E381388F-6D01-4763-9497-2C5F78AF5477}"/>
              </a:ext>
            </a:extLst>
          </p:cNvPr>
          <p:cNvSpPr/>
          <p:nvPr userDrawn="1"/>
        </p:nvSpPr>
        <p:spPr>
          <a:xfrm>
            <a:off x="0" y="4818185"/>
            <a:ext cx="12192000" cy="20398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1" name="Forma libre 6"/>
          <p:cNvSpPr/>
          <p:nvPr/>
        </p:nvSpPr>
        <p:spPr bwMode="ltGray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>
            <a:innerShdw blurRad="63500" dist="50800" dir="54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C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 rtlCol="0"/>
          <a:lstStyle>
            <a:lvl1pPr algn="ctr">
              <a:defRPr sz="5400"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810001" y="5280847"/>
            <a:ext cx="10572000" cy="434974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es-ES" noProof="0"/>
              <a:t>Haga clic para editar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6AEAB7B-E6F9-4422-A438-2E4071AEDF32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774326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a libre 6"/>
          <p:cNvSpPr/>
          <p:nvPr/>
        </p:nvSpPr>
        <p:spPr bwMode="ltGray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ffectLst>
            <a:innerShdw blurRad="63500" dist="50800" dir="54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C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 anchor="ctr" anchorCtr="0"/>
          <a:lstStyle>
            <a:lvl1pPr>
              <a:defRPr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 hasCustomPrompt="1"/>
          </p:nvPr>
        </p:nvSpPr>
        <p:spPr>
          <a:xfrm>
            <a:off x="6187415" y="2222287"/>
            <a:ext cx="5194583" cy="3638764"/>
          </a:xfrm>
          <a:noFill/>
          <a:ln w="25400">
            <a:gradFill>
              <a:gsLst>
                <a:gs pos="50000">
                  <a:schemeClr val="bg2"/>
                </a:gs>
                <a:gs pos="0">
                  <a:schemeClr val="bg2"/>
                </a:gs>
                <a:gs pos="100000">
                  <a:schemeClr val="accent1"/>
                </a:gs>
              </a:gsLst>
              <a:lin ang="5400000" scaled="1"/>
            </a:gra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tlCol="0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2A4059F8-A688-4FFE-AA79-3B6D811FA98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2222287"/>
            <a:ext cx="5181600" cy="3638764"/>
          </a:xfrm>
        </p:spPr>
        <p:txBody>
          <a:bodyPr rtlCol="0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C3AB4A3-AE75-4D00-9BE1-AF3996C6B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7D6D300-52EA-41C5-9D55-44B950D4BB30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10" name="Marcador de pie de página 9">
            <a:extLst>
              <a:ext uri="{FF2B5EF4-FFF2-40B4-BE49-F238E27FC236}">
                <a16:creationId xmlns:a16="http://schemas.microsoft.com/office/drawing/2014/main" id="{9471F3C4-BAAF-4391-B574-8E340EDA3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FB8DD71F-FEC6-4AB5-974A-FD2B82A7B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364910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olo contenido de secció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a libre 7"/>
          <p:cNvSpPr/>
          <p:nvPr/>
        </p:nvSpPr>
        <p:spPr bwMode="ltGray">
          <a:xfrm>
            <a:off x="0" y="1"/>
            <a:ext cx="12192000" cy="6251330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C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1514" y="451513"/>
            <a:ext cx="11288972" cy="5149187"/>
          </a:xfrm>
        </p:spPr>
        <p:txBody>
          <a:bodyPr rtlCol="0" anchor="ctr" anchorCtr="0"/>
          <a:lstStyle>
            <a:lvl1pPr algn="ctr">
              <a:defRPr sz="4800" b="0" cap="none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740B6DF-7478-4740-A710-DA5E9EBA7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F23C61D-72BC-4EDD-9458-71D395860092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7" name="Marcador de pie de página 6">
            <a:extLst>
              <a:ext uri="{FF2B5EF4-FFF2-40B4-BE49-F238E27FC236}">
                <a16:creationId xmlns:a16="http://schemas.microsoft.com/office/drawing/2014/main" id="{42D89951-67E9-4086-AED0-C236A00A5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38553809-8746-49E3-BCB5-0A9FF406C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973193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a libre 6"/>
          <p:cNvSpPr/>
          <p:nvPr/>
        </p:nvSpPr>
        <p:spPr bwMode="ltGray">
          <a:xfrm flipH="1">
            <a:off x="12699" y="0"/>
            <a:ext cx="6004585" cy="2041975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ffectLst>
            <a:innerShdw blurRad="63500" dist="50800" dir="81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C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1514" y="375313"/>
            <a:ext cx="5114017" cy="1139895"/>
          </a:xfrm>
        </p:spPr>
        <p:txBody>
          <a:bodyPr rtlCol="0"/>
          <a:lstStyle>
            <a:lvl1pPr algn="l">
              <a:defRPr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 hasCustomPrompt="1"/>
          </p:nvPr>
        </p:nvSpPr>
        <p:spPr>
          <a:xfrm>
            <a:off x="451514" y="2222287"/>
            <a:ext cx="5553071" cy="3638763"/>
          </a:xfrm>
          <a:ln w="25400">
            <a:gradFill>
              <a:gsLst>
                <a:gs pos="0">
                  <a:schemeClr val="bg2"/>
                </a:gs>
                <a:gs pos="50000">
                  <a:srgbClr val="4A3030"/>
                </a:gs>
                <a:gs pos="100000">
                  <a:schemeClr val="accent1"/>
                </a:gs>
              </a:gsLst>
              <a:lin ang="5400000" scaled="1"/>
            </a:gra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tlCol="0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9" name="Marcador de contenido 9">
            <a:extLst>
              <a:ext uri="{FF2B5EF4-FFF2-40B4-BE49-F238E27FC236}">
                <a16:creationId xmlns:a16="http://schemas.microsoft.com/office/drawing/2014/main" id="{C95D556F-51D2-4EF4-B60F-D319BF23288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56099" y="375312"/>
            <a:ext cx="5186363" cy="5485737"/>
          </a:xfrm>
        </p:spPr>
        <p:txBody>
          <a:bodyPr rtlCol="0" anchor="t" anchorCtr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63F86C4-C3A0-4CA8-8809-1D90DE9E4D4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pPr rtl="0"/>
            <a:fld id="{86658110-F671-41DB-9A71-89FB238DCBEA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10" name="Marcador de pie de página 9">
            <a:extLst>
              <a:ext uri="{FF2B5EF4-FFF2-40B4-BE49-F238E27FC236}">
                <a16:creationId xmlns:a16="http://schemas.microsoft.com/office/drawing/2014/main" id="{EDD26EA8-C9F2-49A7-8F7B-A782D30B827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241DD2E8-07A6-430F-A2FB-E2746C9352D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544642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a libre 6"/>
          <p:cNvSpPr/>
          <p:nvPr/>
        </p:nvSpPr>
        <p:spPr bwMode="ltGray">
          <a:xfrm flipH="1">
            <a:off x="6187414" y="0"/>
            <a:ext cx="6004583" cy="2041975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ffectLst>
            <a:innerShdw blurRad="63500" dist="50800" dir="27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C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632696" y="359551"/>
            <a:ext cx="5114017" cy="1139895"/>
          </a:xfrm>
        </p:spPr>
        <p:txBody>
          <a:bodyPr rtlCol="0"/>
          <a:lstStyle>
            <a:lvl1pPr algn="l">
              <a:defRPr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 hasCustomPrompt="1"/>
          </p:nvPr>
        </p:nvSpPr>
        <p:spPr>
          <a:xfrm>
            <a:off x="451514" y="451513"/>
            <a:ext cx="5553071" cy="5409537"/>
          </a:xfrm>
        </p:spPr>
        <p:txBody>
          <a:bodyPr rtlCol="0" anchor="t" anchorCtr="0">
            <a:normAutofit/>
          </a:bodyPr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 hasCustomPrompt="1"/>
          </p:nvPr>
        </p:nvSpPr>
        <p:spPr>
          <a:xfrm>
            <a:off x="6354563" y="2222287"/>
            <a:ext cx="5553071" cy="3638764"/>
          </a:xfrm>
          <a:ln>
            <a:gradFill>
              <a:gsLst>
                <a:gs pos="0">
                  <a:schemeClr val="bg2"/>
                </a:gs>
                <a:gs pos="50000">
                  <a:schemeClr val="bg2"/>
                </a:gs>
                <a:gs pos="100000">
                  <a:schemeClr val="accent1"/>
                </a:gs>
              </a:gsLst>
              <a:lin ang="5400000" scaled="1"/>
            </a:gra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rtlCol="0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9" name="Marcador de fecha 8">
            <a:extLst>
              <a:ext uri="{FF2B5EF4-FFF2-40B4-BE49-F238E27FC236}">
                <a16:creationId xmlns:a16="http://schemas.microsoft.com/office/drawing/2014/main" id="{82940641-87D1-48C5-879E-8A5FBA537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FA16780-EC07-4193-A0B7-8B9C634C5917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10" name="Marcador de pie de página 9">
            <a:extLst>
              <a:ext uri="{FF2B5EF4-FFF2-40B4-BE49-F238E27FC236}">
                <a16:creationId xmlns:a16="http://schemas.microsoft.com/office/drawing/2014/main" id="{DBFA68A8-3A7A-430B-9A66-482C28DC5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96C17F98-4E3F-4327-8CCF-D13C33712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687031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Marcador de posición de imagen 13">
            <a:extLst>
              <a:ext uri="{FF2B5EF4-FFF2-40B4-BE49-F238E27FC236}">
                <a16:creationId xmlns:a16="http://schemas.microsoft.com/office/drawing/2014/main" id="{B2B99B50-4971-48A5-8202-4CC55C7F97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0"/>
            <a:ext cx="6096000" cy="6857999"/>
          </a:xfrm>
          <a:custGeom>
            <a:avLst/>
            <a:gdLst>
              <a:gd name="connsiteX0" fmla="*/ 404916 w 6526400"/>
              <a:gd name="connsiteY0" fmla="*/ 0 h 6857999"/>
              <a:gd name="connsiteX1" fmla="*/ 1425163 w 6526400"/>
              <a:gd name="connsiteY1" fmla="*/ 0 h 6857999"/>
              <a:gd name="connsiteX2" fmla="*/ 2955534 w 6526400"/>
              <a:gd name="connsiteY2" fmla="*/ 0 h 6857999"/>
              <a:gd name="connsiteX3" fmla="*/ 6526400 w 6526400"/>
              <a:gd name="connsiteY3" fmla="*/ 0 h 6857999"/>
              <a:gd name="connsiteX4" fmla="*/ 6526400 w 6526400"/>
              <a:gd name="connsiteY4" fmla="*/ 6857999 h 6857999"/>
              <a:gd name="connsiteX5" fmla="*/ 404916 w 6526400"/>
              <a:gd name="connsiteY5" fmla="*/ 6857999 h 6857999"/>
              <a:gd name="connsiteX6" fmla="*/ 377830 w 6526400"/>
              <a:gd name="connsiteY6" fmla="*/ 2463800 h 6857999"/>
              <a:gd name="connsiteX7" fmla="*/ 0 w 6526400"/>
              <a:gd name="connsiteY7" fmla="*/ 2203407 h 6857999"/>
              <a:gd name="connsiteX8" fmla="*/ 391373 w 6526400"/>
              <a:gd name="connsiteY8" fmla="*/ 1854200 h 6857999"/>
              <a:gd name="connsiteX9" fmla="*/ 404916 w 6526400"/>
              <a:gd name="connsiteY9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526400" h="6857999">
                <a:moveTo>
                  <a:pt x="404916" y="0"/>
                </a:moveTo>
                <a:lnTo>
                  <a:pt x="1425163" y="0"/>
                </a:lnTo>
                <a:lnTo>
                  <a:pt x="2955534" y="0"/>
                </a:lnTo>
                <a:lnTo>
                  <a:pt x="6526400" y="0"/>
                </a:lnTo>
                <a:lnTo>
                  <a:pt x="6526400" y="6857999"/>
                </a:lnTo>
                <a:lnTo>
                  <a:pt x="404916" y="6857999"/>
                </a:lnTo>
                <a:lnTo>
                  <a:pt x="377830" y="2463800"/>
                </a:lnTo>
                <a:lnTo>
                  <a:pt x="0" y="2203407"/>
                </a:lnTo>
                <a:lnTo>
                  <a:pt x="391373" y="1854200"/>
                </a:lnTo>
                <a:cubicBezTo>
                  <a:pt x="395887" y="1282700"/>
                  <a:pt x="400402" y="571500"/>
                  <a:pt x="404916" y="0"/>
                </a:cubicBezTo>
                <a:close/>
              </a:path>
            </a:pathLst>
          </a:custGeom>
          <a:ln/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noAutofit/>
          </a:bodyPr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90396" y="311813"/>
            <a:ext cx="5334448" cy="1453488"/>
          </a:xfrm>
          <a:effectLst/>
        </p:spPr>
        <p:txBody>
          <a:bodyPr rtlCol="0" anchor="b">
            <a:normAutofit/>
          </a:bodyPr>
          <a:lstStyle>
            <a:lvl1pPr algn="l">
              <a:defRPr sz="4000" b="0">
                <a:ln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12" name="Marcador de texto 3">
            <a:extLst>
              <a:ext uri="{FF2B5EF4-FFF2-40B4-BE49-F238E27FC236}">
                <a16:creationId xmlns:a16="http://schemas.microsoft.com/office/drawing/2014/main" id="{EB4FB892-38DF-40F9-B034-BC1E61FC6BF0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90396" y="2057400"/>
            <a:ext cx="5334448" cy="3811588"/>
          </a:xfrm>
        </p:spPr>
        <p:txBody>
          <a:bodyPr rtlCol="0" anchor="t"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829ED24-3C5F-4326-A304-DBDBA6CE7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C701FF8-D49B-4CFB-997D-DF23AD6F99CE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F532AEE-3AAE-4FBF-969F-8A364CE8A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6717C1A8-7DBE-4E24-BCA1-D820D780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197305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- 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a libre 6"/>
          <p:cNvSpPr/>
          <p:nvPr/>
        </p:nvSpPr>
        <p:spPr bwMode="ltGray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ffectLst>
            <a:innerShdw blurRad="63500" dist="50800" dir="54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C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 anchor="ctr" anchorCtr="0"/>
          <a:lstStyle>
            <a:lvl1pPr>
              <a:defRPr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 hasCustomPrompt="1"/>
          </p:nvPr>
        </p:nvSpPr>
        <p:spPr>
          <a:xfrm>
            <a:off x="810001" y="2222287"/>
            <a:ext cx="10571998" cy="3638764"/>
          </a:xfrm>
        </p:spPr>
        <p:txBody>
          <a:bodyPr rtlCol="0">
            <a:normAutofit/>
          </a:bodyPr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0466CE2-DFEE-46B8-AFB2-817272E3B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8ED49E0-4367-45F3-89AF-A0AB892FB1D9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9" name="Marcador de pie de página 8">
            <a:extLst>
              <a:ext uri="{FF2B5EF4-FFF2-40B4-BE49-F238E27FC236}">
                <a16:creationId xmlns:a16="http://schemas.microsoft.com/office/drawing/2014/main" id="{27E9A94A-136A-4208-8F98-012BDAC1A2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:a16="http://schemas.microsoft.com/office/drawing/2014/main" id="{81459C8B-DA0F-4808-A642-40471D1D2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337688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panorámica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10000" y="4489884"/>
            <a:ext cx="10561418" cy="1426004"/>
          </a:xfrm>
        </p:spPr>
        <p:txBody>
          <a:bodyPr rtlCol="0" anchor="ctr" anchorCtr="0">
            <a:normAutofit/>
          </a:bodyPr>
          <a:lstStyle>
            <a:lvl1pPr algn="ctr">
              <a:defRPr sz="4000" b="0">
                <a:ln>
                  <a:noFill/>
                </a:ln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9" name="Marcador de contenido 8">
            <a:extLst>
              <a:ext uri="{FF2B5EF4-FFF2-40B4-BE49-F238E27FC236}">
                <a16:creationId xmlns:a16="http://schemas.microsoft.com/office/drawing/2014/main" id="{EC1FEB3F-0898-4AE0-B8C4-970BF80A376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 bwMode="ltGray">
          <a:xfrm>
            <a:off x="-5291" y="-57584"/>
            <a:ext cx="12192000" cy="4851400"/>
          </a:xfrm>
          <a:custGeom>
            <a:avLst/>
            <a:gdLst>
              <a:gd name="connsiteX0" fmla="*/ 0 w 10561638"/>
              <a:gd name="connsiteY0" fmla="*/ 0 h 3937000"/>
              <a:gd name="connsiteX1" fmla="*/ 1760273 w 10561638"/>
              <a:gd name="connsiteY1" fmla="*/ 0 h 3937000"/>
              <a:gd name="connsiteX2" fmla="*/ 1760273 w 10561638"/>
              <a:gd name="connsiteY2" fmla="*/ 0 h 3937000"/>
              <a:gd name="connsiteX3" fmla="*/ 4400683 w 10561638"/>
              <a:gd name="connsiteY3" fmla="*/ 0 h 3937000"/>
              <a:gd name="connsiteX4" fmla="*/ 10561638 w 10561638"/>
              <a:gd name="connsiteY4" fmla="*/ 0 h 3937000"/>
              <a:gd name="connsiteX5" fmla="*/ 10561638 w 10561638"/>
              <a:gd name="connsiteY5" fmla="*/ 2296583 h 3937000"/>
              <a:gd name="connsiteX6" fmla="*/ 10561638 w 10561638"/>
              <a:gd name="connsiteY6" fmla="*/ 2296583 h 3937000"/>
              <a:gd name="connsiteX7" fmla="*/ 10561638 w 10561638"/>
              <a:gd name="connsiteY7" fmla="*/ 3280833 h 3937000"/>
              <a:gd name="connsiteX8" fmla="*/ 10561638 w 10561638"/>
              <a:gd name="connsiteY8" fmla="*/ 3937000 h 3937000"/>
              <a:gd name="connsiteX9" fmla="*/ 4400683 w 10561638"/>
              <a:gd name="connsiteY9" fmla="*/ 3937000 h 3937000"/>
              <a:gd name="connsiteX10" fmla="*/ 2077263 w 10561638"/>
              <a:gd name="connsiteY10" fmla="*/ 4251330 h 3937000"/>
              <a:gd name="connsiteX11" fmla="*/ 1760273 w 10561638"/>
              <a:gd name="connsiteY11" fmla="*/ 3937000 h 3937000"/>
              <a:gd name="connsiteX12" fmla="*/ 0 w 10561638"/>
              <a:gd name="connsiteY12" fmla="*/ 3937000 h 3937000"/>
              <a:gd name="connsiteX13" fmla="*/ 0 w 10561638"/>
              <a:gd name="connsiteY13" fmla="*/ 3280833 h 3937000"/>
              <a:gd name="connsiteX14" fmla="*/ 0 w 10561638"/>
              <a:gd name="connsiteY14" fmla="*/ 2296583 h 3937000"/>
              <a:gd name="connsiteX15" fmla="*/ 0 w 10561638"/>
              <a:gd name="connsiteY15" fmla="*/ 2296583 h 3937000"/>
              <a:gd name="connsiteX16" fmla="*/ 0 w 10561638"/>
              <a:gd name="connsiteY16" fmla="*/ 0 h 3937000"/>
              <a:gd name="connsiteX0" fmla="*/ 0 w 10561638"/>
              <a:gd name="connsiteY0" fmla="*/ 0 h 4251330"/>
              <a:gd name="connsiteX1" fmla="*/ 1760273 w 10561638"/>
              <a:gd name="connsiteY1" fmla="*/ 0 h 4251330"/>
              <a:gd name="connsiteX2" fmla="*/ 1760273 w 10561638"/>
              <a:gd name="connsiteY2" fmla="*/ 0 h 4251330"/>
              <a:gd name="connsiteX3" fmla="*/ 4400683 w 10561638"/>
              <a:gd name="connsiteY3" fmla="*/ 0 h 4251330"/>
              <a:gd name="connsiteX4" fmla="*/ 10561638 w 10561638"/>
              <a:gd name="connsiteY4" fmla="*/ 0 h 4251330"/>
              <a:gd name="connsiteX5" fmla="*/ 10561638 w 10561638"/>
              <a:gd name="connsiteY5" fmla="*/ 2296583 h 4251330"/>
              <a:gd name="connsiteX6" fmla="*/ 10561638 w 10561638"/>
              <a:gd name="connsiteY6" fmla="*/ 2296583 h 4251330"/>
              <a:gd name="connsiteX7" fmla="*/ 10561638 w 10561638"/>
              <a:gd name="connsiteY7" fmla="*/ 3280833 h 4251330"/>
              <a:gd name="connsiteX8" fmla="*/ 10561638 w 10561638"/>
              <a:gd name="connsiteY8" fmla="*/ 3937000 h 4251330"/>
              <a:gd name="connsiteX9" fmla="*/ 2482983 w 10561638"/>
              <a:gd name="connsiteY9" fmla="*/ 3975100 h 4251330"/>
              <a:gd name="connsiteX10" fmla="*/ 2077263 w 10561638"/>
              <a:gd name="connsiteY10" fmla="*/ 4251330 h 4251330"/>
              <a:gd name="connsiteX11" fmla="*/ 1760273 w 10561638"/>
              <a:gd name="connsiteY11" fmla="*/ 3937000 h 4251330"/>
              <a:gd name="connsiteX12" fmla="*/ 0 w 10561638"/>
              <a:gd name="connsiteY12" fmla="*/ 3937000 h 4251330"/>
              <a:gd name="connsiteX13" fmla="*/ 0 w 10561638"/>
              <a:gd name="connsiteY13" fmla="*/ 3280833 h 4251330"/>
              <a:gd name="connsiteX14" fmla="*/ 0 w 10561638"/>
              <a:gd name="connsiteY14" fmla="*/ 2296583 h 4251330"/>
              <a:gd name="connsiteX15" fmla="*/ 0 w 10561638"/>
              <a:gd name="connsiteY15" fmla="*/ 2296583 h 4251330"/>
              <a:gd name="connsiteX16" fmla="*/ 0 w 10561638"/>
              <a:gd name="connsiteY16" fmla="*/ 0 h 4251330"/>
              <a:gd name="connsiteX0" fmla="*/ 0 w 10561638"/>
              <a:gd name="connsiteY0" fmla="*/ 0 h 4251330"/>
              <a:gd name="connsiteX1" fmla="*/ 1760273 w 10561638"/>
              <a:gd name="connsiteY1" fmla="*/ 0 h 4251330"/>
              <a:gd name="connsiteX2" fmla="*/ 1760273 w 10561638"/>
              <a:gd name="connsiteY2" fmla="*/ 0 h 4251330"/>
              <a:gd name="connsiteX3" fmla="*/ 4400683 w 10561638"/>
              <a:gd name="connsiteY3" fmla="*/ 0 h 4251330"/>
              <a:gd name="connsiteX4" fmla="*/ 10561638 w 10561638"/>
              <a:gd name="connsiteY4" fmla="*/ 0 h 4251330"/>
              <a:gd name="connsiteX5" fmla="*/ 10561638 w 10561638"/>
              <a:gd name="connsiteY5" fmla="*/ 2296583 h 4251330"/>
              <a:gd name="connsiteX6" fmla="*/ 10561638 w 10561638"/>
              <a:gd name="connsiteY6" fmla="*/ 2296583 h 4251330"/>
              <a:gd name="connsiteX7" fmla="*/ 10561638 w 10561638"/>
              <a:gd name="connsiteY7" fmla="*/ 3280833 h 4251330"/>
              <a:gd name="connsiteX8" fmla="*/ 10561638 w 10561638"/>
              <a:gd name="connsiteY8" fmla="*/ 3937000 h 4251330"/>
              <a:gd name="connsiteX9" fmla="*/ 2343283 w 10561638"/>
              <a:gd name="connsiteY9" fmla="*/ 3987800 h 4251330"/>
              <a:gd name="connsiteX10" fmla="*/ 2077263 w 10561638"/>
              <a:gd name="connsiteY10" fmla="*/ 4251330 h 4251330"/>
              <a:gd name="connsiteX11" fmla="*/ 1760273 w 10561638"/>
              <a:gd name="connsiteY11" fmla="*/ 3937000 h 4251330"/>
              <a:gd name="connsiteX12" fmla="*/ 0 w 10561638"/>
              <a:gd name="connsiteY12" fmla="*/ 3937000 h 4251330"/>
              <a:gd name="connsiteX13" fmla="*/ 0 w 10561638"/>
              <a:gd name="connsiteY13" fmla="*/ 3280833 h 4251330"/>
              <a:gd name="connsiteX14" fmla="*/ 0 w 10561638"/>
              <a:gd name="connsiteY14" fmla="*/ 2296583 h 4251330"/>
              <a:gd name="connsiteX15" fmla="*/ 0 w 10561638"/>
              <a:gd name="connsiteY15" fmla="*/ 2296583 h 4251330"/>
              <a:gd name="connsiteX16" fmla="*/ 0 w 10561638"/>
              <a:gd name="connsiteY16" fmla="*/ 0 h 4251330"/>
              <a:gd name="connsiteX0" fmla="*/ 0 w 10561638"/>
              <a:gd name="connsiteY0" fmla="*/ 0 h 4251330"/>
              <a:gd name="connsiteX1" fmla="*/ 1760273 w 10561638"/>
              <a:gd name="connsiteY1" fmla="*/ 0 h 4251330"/>
              <a:gd name="connsiteX2" fmla="*/ 1760273 w 10561638"/>
              <a:gd name="connsiteY2" fmla="*/ 0 h 4251330"/>
              <a:gd name="connsiteX3" fmla="*/ 4400683 w 10561638"/>
              <a:gd name="connsiteY3" fmla="*/ 0 h 4251330"/>
              <a:gd name="connsiteX4" fmla="*/ 10561638 w 10561638"/>
              <a:gd name="connsiteY4" fmla="*/ 0 h 4251330"/>
              <a:gd name="connsiteX5" fmla="*/ 10561638 w 10561638"/>
              <a:gd name="connsiteY5" fmla="*/ 2296583 h 4251330"/>
              <a:gd name="connsiteX6" fmla="*/ 10561638 w 10561638"/>
              <a:gd name="connsiteY6" fmla="*/ 2296583 h 4251330"/>
              <a:gd name="connsiteX7" fmla="*/ 10561638 w 10561638"/>
              <a:gd name="connsiteY7" fmla="*/ 3280833 h 4251330"/>
              <a:gd name="connsiteX8" fmla="*/ 10561638 w 10561638"/>
              <a:gd name="connsiteY8" fmla="*/ 3937000 h 4251330"/>
              <a:gd name="connsiteX9" fmla="*/ 2343283 w 10561638"/>
              <a:gd name="connsiteY9" fmla="*/ 3962400 h 4251330"/>
              <a:gd name="connsiteX10" fmla="*/ 2077263 w 10561638"/>
              <a:gd name="connsiteY10" fmla="*/ 4251330 h 4251330"/>
              <a:gd name="connsiteX11" fmla="*/ 1760273 w 10561638"/>
              <a:gd name="connsiteY11" fmla="*/ 3937000 h 4251330"/>
              <a:gd name="connsiteX12" fmla="*/ 0 w 10561638"/>
              <a:gd name="connsiteY12" fmla="*/ 3937000 h 4251330"/>
              <a:gd name="connsiteX13" fmla="*/ 0 w 10561638"/>
              <a:gd name="connsiteY13" fmla="*/ 3280833 h 4251330"/>
              <a:gd name="connsiteX14" fmla="*/ 0 w 10561638"/>
              <a:gd name="connsiteY14" fmla="*/ 2296583 h 4251330"/>
              <a:gd name="connsiteX15" fmla="*/ 0 w 10561638"/>
              <a:gd name="connsiteY15" fmla="*/ 2296583 h 4251330"/>
              <a:gd name="connsiteX16" fmla="*/ 0 w 10561638"/>
              <a:gd name="connsiteY16" fmla="*/ 0 h 4251330"/>
              <a:gd name="connsiteX0" fmla="*/ 0 w 10561638"/>
              <a:gd name="connsiteY0" fmla="*/ 0 h 4251330"/>
              <a:gd name="connsiteX1" fmla="*/ 1760273 w 10561638"/>
              <a:gd name="connsiteY1" fmla="*/ 0 h 4251330"/>
              <a:gd name="connsiteX2" fmla="*/ 1760273 w 10561638"/>
              <a:gd name="connsiteY2" fmla="*/ 0 h 4251330"/>
              <a:gd name="connsiteX3" fmla="*/ 4400683 w 10561638"/>
              <a:gd name="connsiteY3" fmla="*/ 0 h 4251330"/>
              <a:gd name="connsiteX4" fmla="*/ 10561638 w 10561638"/>
              <a:gd name="connsiteY4" fmla="*/ 0 h 4251330"/>
              <a:gd name="connsiteX5" fmla="*/ 10561638 w 10561638"/>
              <a:gd name="connsiteY5" fmla="*/ 2296583 h 4251330"/>
              <a:gd name="connsiteX6" fmla="*/ 10561638 w 10561638"/>
              <a:gd name="connsiteY6" fmla="*/ 2296583 h 4251330"/>
              <a:gd name="connsiteX7" fmla="*/ 10561638 w 10561638"/>
              <a:gd name="connsiteY7" fmla="*/ 3280833 h 4251330"/>
              <a:gd name="connsiteX8" fmla="*/ 10561638 w 10561638"/>
              <a:gd name="connsiteY8" fmla="*/ 3937000 h 4251330"/>
              <a:gd name="connsiteX9" fmla="*/ 2343283 w 10561638"/>
              <a:gd name="connsiteY9" fmla="*/ 3924300 h 4251330"/>
              <a:gd name="connsiteX10" fmla="*/ 2077263 w 10561638"/>
              <a:gd name="connsiteY10" fmla="*/ 4251330 h 4251330"/>
              <a:gd name="connsiteX11" fmla="*/ 1760273 w 10561638"/>
              <a:gd name="connsiteY11" fmla="*/ 3937000 h 4251330"/>
              <a:gd name="connsiteX12" fmla="*/ 0 w 10561638"/>
              <a:gd name="connsiteY12" fmla="*/ 3937000 h 4251330"/>
              <a:gd name="connsiteX13" fmla="*/ 0 w 10561638"/>
              <a:gd name="connsiteY13" fmla="*/ 3280833 h 4251330"/>
              <a:gd name="connsiteX14" fmla="*/ 0 w 10561638"/>
              <a:gd name="connsiteY14" fmla="*/ 2296583 h 4251330"/>
              <a:gd name="connsiteX15" fmla="*/ 0 w 10561638"/>
              <a:gd name="connsiteY15" fmla="*/ 2296583 h 4251330"/>
              <a:gd name="connsiteX16" fmla="*/ 0 w 10561638"/>
              <a:gd name="connsiteY16" fmla="*/ 0 h 42513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561638" h="4251330">
                <a:moveTo>
                  <a:pt x="0" y="0"/>
                </a:moveTo>
                <a:lnTo>
                  <a:pt x="1760273" y="0"/>
                </a:lnTo>
                <a:lnTo>
                  <a:pt x="1760273" y="0"/>
                </a:lnTo>
                <a:lnTo>
                  <a:pt x="4400683" y="0"/>
                </a:lnTo>
                <a:lnTo>
                  <a:pt x="10561638" y="0"/>
                </a:lnTo>
                <a:lnTo>
                  <a:pt x="10561638" y="2296583"/>
                </a:lnTo>
                <a:lnTo>
                  <a:pt x="10561638" y="2296583"/>
                </a:lnTo>
                <a:lnTo>
                  <a:pt x="10561638" y="3280833"/>
                </a:lnTo>
                <a:lnTo>
                  <a:pt x="10561638" y="3937000"/>
                </a:lnTo>
                <a:lnTo>
                  <a:pt x="2343283" y="3924300"/>
                </a:lnTo>
                <a:lnTo>
                  <a:pt x="2077263" y="4251330"/>
                </a:lnTo>
                <a:lnTo>
                  <a:pt x="1760273" y="3937000"/>
                </a:lnTo>
                <a:lnTo>
                  <a:pt x="0" y="3937000"/>
                </a:lnTo>
                <a:lnTo>
                  <a:pt x="0" y="3280833"/>
                </a:lnTo>
                <a:lnTo>
                  <a:pt x="0" y="2296583"/>
                </a:lnTo>
                <a:lnTo>
                  <a:pt x="0" y="229658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duotone>
                <a:schemeClr val="accent1">
                  <a:tint val="98000"/>
                  <a:lumMod val="102000"/>
                </a:schemeClr>
                <a:schemeClr val="accent1">
                  <a:shade val="98000"/>
                  <a:lumMod val="98000"/>
                </a:schemeClr>
              </a:duotone>
            </a:blip>
            <a:tile tx="0" ty="0" sx="100000" sy="100000" flip="none" algn="tl"/>
          </a:blipFill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1FE71A4-2AD7-44A1-9075-3AB1A226C1C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 rtlCol="0"/>
          <a:lstStyle/>
          <a:p>
            <a:pPr rtl="0"/>
            <a:fld id="{DAC8E451-8F0D-4243-9BCB-F9C29FEF97FB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F5F74D3-28C0-4AA1-8508-75D32DA3C2A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77D83112-B341-46D2-8B30-46DBC3DAE35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331117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rma libre 6"/>
          <p:cNvSpPr/>
          <p:nvPr/>
        </p:nvSpPr>
        <p:spPr bwMode="ltGray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ffectLst>
            <a:innerShdw blurRad="63500" dist="50800" dir="54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 rtlCol="0" anchor="ctr" anchorCtr="0"/>
          <a:lstStyle>
            <a:lvl1pPr>
              <a:defRPr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 hasCustomPrompt="1"/>
          </p:nvPr>
        </p:nvSpPr>
        <p:spPr>
          <a:xfrm>
            <a:off x="818712" y="2222287"/>
            <a:ext cx="10554574" cy="3636511"/>
          </a:xfrm>
        </p:spPr>
        <p:txBody>
          <a:bodyPr rtlCol="0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913A633-0BBE-491F-94FD-A319FC7D2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904AF0A-3AF9-49F1-BA72-97A8E09ABF33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916FEDE-3F7F-4F2C-A341-BDA56AA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C1EE25F-3E3B-45D3-B259-498E69BF2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42402816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la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a libre 7"/>
          <p:cNvSpPr/>
          <p:nvPr/>
        </p:nvSpPr>
        <p:spPr bwMode="ltGray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  <a:effectLst>
            <a:innerShdw blurRad="63500" dist="50800" dir="5400000">
              <a:prstClr val="black">
                <a:alpha val="50000"/>
              </a:prst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10000" y="606669"/>
            <a:ext cx="10561418" cy="3813527"/>
          </a:xfrm>
        </p:spPr>
        <p:txBody>
          <a:bodyPr rtlCol="0" anchor="ctr" anchorCtr="0"/>
          <a:lstStyle>
            <a:lvl1pPr algn="ctr">
              <a:defRPr sz="4800" b="0" cap="none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 hasCustomPrompt="1"/>
          </p:nvPr>
        </p:nvSpPr>
        <p:spPr>
          <a:xfrm>
            <a:off x="810000" y="5281201"/>
            <a:ext cx="10561418" cy="433955"/>
          </a:xfrm>
        </p:spPr>
        <p:txBody>
          <a:bodyPr rtlCol="0" anchor="ctr" anchorCtr="0">
            <a:noAutofit/>
          </a:bodyPr>
          <a:lstStyle>
            <a:lvl1pPr marL="0" indent="0" algn="r"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D4F5D18E-4241-429D-BEDB-6A7415C52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9CF8050-D9B5-4CA7-9061-E0949EF45D2D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F5CFD55-6AD5-4B7E-AC33-483174EF1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14D43F5-DCFF-4B29-AC19-0BF28605B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576405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a libre 6"/>
          <p:cNvSpPr/>
          <p:nvPr/>
        </p:nvSpPr>
        <p:spPr bwMode="ltGray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ffectLst>
            <a:innerShdw blurRad="63500" dist="50800" dir="54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 anchor="ctr" anchorCtr="0"/>
          <a:lstStyle>
            <a:lvl1pPr>
              <a:defRPr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 hasCustomPrompt="1"/>
          </p:nvPr>
        </p:nvSpPr>
        <p:spPr>
          <a:xfrm>
            <a:off x="814728" y="2174875"/>
            <a:ext cx="5189857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 hasCustomPrompt="1"/>
          </p:nvPr>
        </p:nvSpPr>
        <p:spPr>
          <a:xfrm>
            <a:off x="814729" y="2751138"/>
            <a:ext cx="5189856" cy="3109913"/>
          </a:xfrm>
        </p:spPr>
        <p:txBody>
          <a:bodyPr rtlCol="0" anchor="t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187415" y="2174875"/>
            <a:ext cx="5194583" cy="576262"/>
          </a:xfrm>
        </p:spPr>
        <p:txBody>
          <a:bodyPr rtlCol="0"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 hasCustomPrompt="1"/>
          </p:nvPr>
        </p:nvSpPr>
        <p:spPr>
          <a:xfrm>
            <a:off x="6187415" y="2751138"/>
            <a:ext cx="5194583" cy="3109913"/>
          </a:xfrm>
        </p:spPr>
        <p:txBody>
          <a:bodyPr rtlCol="0" anchor="t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11" name="Marcador de fecha 10">
            <a:extLst>
              <a:ext uri="{FF2B5EF4-FFF2-40B4-BE49-F238E27FC236}">
                <a16:creationId xmlns:a16="http://schemas.microsoft.com/office/drawing/2014/main" id="{B3473E37-6504-470F-92FA-792C3ACA4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6ECA3B6-4A2A-4A99-9E95-BC8EA8654457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12" name="Marcador de pie de página 11">
            <a:extLst>
              <a:ext uri="{FF2B5EF4-FFF2-40B4-BE49-F238E27FC236}">
                <a16:creationId xmlns:a16="http://schemas.microsoft.com/office/drawing/2014/main" id="{7523DE74-18E2-4EF3-A1FC-8A32CCFE2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13" name="Marcador de número de diapositiva 12">
            <a:extLst>
              <a:ext uri="{FF2B5EF4-FFF2-40B4-BE49-F238E27FC236}">
                <a16:creationId xmlns:a16="http://schemas.microsoft.com/office/drawing/2014/main" id="{51B4AF82-5505-4A7E-AA81-139F21451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35506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rma libre 6"/>
          <p:cNvSpPr/>
          <p:nvPr/>
        </p:nvSpPr>
        <p:spPr bwMode="ltGray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ffectLst>
            <a:innerShdw blurRad="63500" dist="50800" dir="54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C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 rtlCol="0" anchor="ctr" anchorCtr="0"/>
          <a:lstStyle>
            <a:lvl1pPr>
              <a:defRPr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3AF03C3-E3F3-4845-8D9E-9BD2A6767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9BDD705-EE32-4D72-AA0A-3DFA22B87416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B9C7230-29FF-42F2-A662-1BC1D19C5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9EBD02D-5A68-4A14-892F-DE4953F2E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8981268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76D14D8-4D13-4DFE-938B-B710F891B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8D43FF9-1FDC-4FDF-B4FB-CA915895770E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864B8A5-6021-4208-A587-B45576E66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3C96ABC-E632-4853-B7CC-A2FB4B7CF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3403657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rma libre 6"/>
          <p:cNvSpPr>
            <a:spLocks noChangeAspect="1"/>
          </p:cNvSpPr>
          <p:nvPr/>
        </p:nvSpPr>
        <p:spPr bwMode="ltGray">
          <a:xfrm>
            <a:off x="1073151" y="446087"/>
            <a:ext cx="3547533" cy="2838449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ffectLst>
            <a:innerShdw blurRad="114300">
              <a:prstClr val="black"/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2576512"/>
          </a:xfrm>
        </p:spPr>
        <p:txBody>
          <a:bodyPr rtlCol="0" anchor="ctr" anchorCtr="0"/>
          <a:lstStyle>
            <a:lvl1pPr algn="l">
              <a:defRPr sz="4000"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 hasCustomPrompt="1"/>
          </p:nvPr>
        </p:nvSpPr>
        <p:spPr>
          <a:xfrm>
            <a:off x="4855633" y="446088"/>
            <a:ext cx="6252633" cy="5414963"/>
          </a:xfrm>
        </p:spPr>
        <p:txBody>
          <a:bodyPr rtlCol="0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073151" y="3022600"/>
            <a:ext cx="3547533" cy="2838449"/>
          </a:xfrm>
        </p:spPr>
        <p:txBody>
          <a:bodyPr rtlCol="0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8" name="Marcador de fecha 7">
            <a:extLst>
              <a:ext uri="{FF2B5EF4-FFF2-40B4-BE49-F238E27FC236}">
                <a16:creationId xmlns:a16="http://schemas.microsoft.com/office/drawing/2014/main" id="{CBF97433-9C09-4B71-A1E0-24F75011D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2A648A3-3014-4E79-9B72-A0D270E334FA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9" name="Marcador de pie de página 8">
            <a:extLst>
              <a:ext uri="{FF2B5EF4-FFF2-40B4-BE49-F238E27FC236}">
                <a16:creationId xmlns:a16="http://schemas.microsoft.com/office/drawing/2014/main" id="{46EDA271-FE91-46E6-ABB5-0A3AD2448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10" name="Marcador de número de diapositiva 9">
            <a:extLst>
              <a:ext uri="{FF2B5EF4-FFF2-40B4-BE49-F238E27FC236}">
                <a16:creationId xmlns:a16="http://schemas.microsoft.com/office/drawing/2014/main" id="{C44DCFF3-B944-4C24-A12C-689D1FF79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1056117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a libre 6"/>
          <p:cNvSpPr>
            <a:spLocks noChangeAspect="1"/>
          </p:cNvSpPr>
          <p:nvPr/>
        </p:nvSpPr>
        <p:spPr bwMode="ltGray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rtlCol="0" anchor="ctr" anchorCtr="0"/>
          <a:lstStyle>
            <a:lvl1pPr algn="l">
              <a:defRPr sz="4000" b="0" cap="none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 hasCustomPrompt="1"/>
          </p:nvPr>
        </p:nvSpPr>
        <p:spPr>
          <a:xfrm>
            <a:off x="853190" y="4443680"/>
            <a:ext cx="5891636" cy="713241"/>
          </a:xfrm>
        </p:spPr>
        <p:txBody>
          <a:bodyPr rtlCol="0"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9" name="Marcador de texto 5"/>
          <p:cNvSpPr>
            <a:spLocks noGrp="1"/>
          </p:cNvSpPr>
          <p:nvPr>
            <p:ph type="body" sz="quarter" idx="16" hasCustomPrompt="1"/>
          </p:nvPr>
        </p:nvSpPr>
        <p:spPr>
          <a:xfrm>
            <a:off x="7574642" y="1081456"/>
            <a:ext cx="3810001" cy="4075465"/>
          </a:xfrm>
        </p:spPr>
        <p:txBody>
          <a:bodyPr rtlCol="0" anchor="t" anchorCtr="0">
            <a:normAutofit/>
          </a:bodyPr>
          <a:lstStyle>
            <a:lvl1pPr marL="0" indent="0" algn="l">
              <a:buFontTx/>
              <a:buNone/>
              <a:defRPr sz="2800"/>
            </a:lvl1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964F81E-11BA-4BB3-AC2C-0A729DC676E6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 rtlCol="0"/>
          <a:lstStyle/>
          <a:p>
            <a:pPr rtl="0"/>
            <a:fld id="{8F2636EF-ACE9-4CE0-BBE7-61EEDEF2D8A4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10" name="Marcador de pie de página 9">
            <a:extLst>
              <a:ext uri="{FF2B5EF4-FFF2-40B4-BE49-F238E27FC236}">
                <a16:creationId xmlns:a16="http://schemas.microsoft.com/office/drawing/2014/main" id="{F93A4488-E8DE-4FEB-88F9-B37F95CC838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11" name="Marcador de número de diapositiva 10">
            <a:extLst>
              <a:ext uri="{FF2B5EF4-FFF2-40B4-BE49-F238E27FC236}">
                <a16:creationId xmlns:a16="http://schemas.microsoft.com/office/drawing/2014/main" id="{DF909D08-1E53-42D5-954B-F61B5083645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4140964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rma libre 6"/>
          <p:cNvSpPr>
            <a:spLocks noChangeAspect="1"/>
          </p:cNvSpPr>
          <p:nvPr/>
        </p:nvSpPr>
        <p:spPr bwMode="ltGray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ítulo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 rtlCol="0" anchor="ctr" anchorCtr="0"/>
          <a:lstStyle>
            <a:lvl1pPr algn="l">
              <a:defRPr sz="4000"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6" name="Marcador de texto 5"/>
          <p:cNvSpPr>
            <a:spLocks noGrp="1"/>
          </p:cNvSpPr>
          <p:nvPr>
            <p:ph type="body" sz="quarter" idx="16" hasCustomPrompt="1"/>
          </p:nvPr>
        </p:nvSpPr>
        <p:spPr>
          <a:xfrm>
            <a:off x="6156000" y="2286000"/>
            <a:ext cx="4880300" cy="2295525"/>
          </a:xfrm>
        </p:spPr>
        <p:txBody>
          <a:bodyPr rtlCol="0" anchor="ctr" anchorCtr="0">
            <a:normAutofit/>
          </a:bodyPr>
          <a:lstStyle>
            <a:lvl1pPr marL="0" indent="0" algn="ctr">
              <a:buFontTx/>
              <a:buNone/>
              <a:defRPr sz="2800"/>
            </a:lvl1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2142ECB-4FB1-4B01-80F3-04208C781B16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 rtlCol="0"/>
          <a:lstStyle/>
          <a:p>
            <a:pPr rtl="0"/>
            <a:fld id="{82403D32-1036-4E20-B05E-93A4B3F27179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7" name="Marcador de pie de página 6">
            <a:extLst>
              <a:ext uri="{FF2B5EF4-FFF2-40B4-BE49-F238E27FC236}">
                <a16:creationId xmlns:a16="http://schemas.microsoft.com/office/drawing/2014/main" id="{776F215A-F354-440E-A263-A920F5950831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E90FC50C-9C02-4BD6-9CBE-6880E129778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168461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rma libre 6"/>
          <p:cNvSpPr>
            <a:spLocks noChangeAspect="1"/>
          </p:cNvSpPr>
          <p:nvPr/>
        </p:nvSpPr>
        <p:spPr bwMode="ltGray">
          <a:xfrm>
            <a:off x="7669651" y="0"/>
            <a:ext cx="4522349" cy="5861051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ffectLst>
            <a:innerShdw blurRad="63500" dist="50800" dir="8100000">
              <a:prstClr val="black">
                <a:alpha val="50000"/>
              </a:prstClr>
            </a:innerShdw>
          </a:effectLst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3754460" cy="5134798"/>
          </a:xfrm>
        </p:spPr>
        <p:txBody>
          <a:bodyPr vert="horz" rtlCol="0" anchor="ctr" anchorCtr="1"/>
          <a:lstStyle>
            <a:lvl1pPr algn="l">
              <a:defRPr b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810001" y="446089"/>
            <a:ext cx="6611540" cy="5414962"/>
          </a:xfrm>
        </p:spPr>
        <p:txBody>
          <a:bodyPr vert="horz" rtlCol="0" anchor="ctr" anchorCtr="1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D7128B4-F868-4384-A8AA-473DA3516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AED9500-2405-4E53-BB13-657A10319D0C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4FF940D-9281-4C2A-BA62-E5854A11F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FB1454F-842C-4F51-A7E7-0335B2FB1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183694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/>
        </p:spPr>
        <p:txBody>
          <a:bodyPr vert="horz" lIns="91440" tIns="45720" rIns="91440" bIns="45720" rtlCol="0" anchor="ctr" anchorCtr="0">
            <a:noAutofit/>
          </a:bodyPr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Agregar un pie de página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pPr rtl="0"/>
            <a:fld id="{8BD1572E-1521-478D-85F1-7F19532C7538}" type="datetime1">
              <a:rPr lang="es-ES" noProof="0" smtClean="0"/>
              <a:t>13/05/2026</a:t>
            </a:fld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pPr rtl="0"/>
            <a:fld id="{A4942799-31AF-4FF8-9D79-C1A3E01FB207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689481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6" r:id="rId2"/>
    <p:sldLayoutId id="2147483687" r:id="rId3"/>
    <p:sldLayoutId id="2147483688" r:id="rId4"/>
    <p:sldLayoutId id="2147483689" r:id="rId5"/>
    <p:sldLayoutId id="2147483681" r:id="rId6"/>
    <p:sldLayoutId id="2147483690" r:id="rId7"/>
    <p:sldLayoutId id="2147483682" r:id="rId8"/>
    <p:sldLayoutId id="2147483674" r:id="rId9"/>
    <p:sldLayoutId id="2147483675" r:id="rId10"/>
    <p:sldLayoutId id="2147483677" r:id="rId11"/>
    <p:sldLayoutId id="2147483678" r:id="rId12"/>
    <p:sldLayoutId id="2147483679" r:id="rId13"/>
    <p:sldLayoutId id="2147483680" r:id="rId14"/>
    <p:sldLayoutId id="2147483683" r:id="rId15"/>
    <p:sldLayoutId id="2147483684" r:id="rId16"/>
    <p:sldLayoutId id="2147483686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000" b="0" kern="1200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80000"/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 bwMode="grayWhite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2D37BC-7D91-4F83-845D-70080D7DD6FC}"/>
              </a:ext>
            </a:extLst>
          </p:cNvPr>
          <p:cNvSpPr>
            <a:spLocks noGrp="1"/>
          </p:cNvSpPr>
          <p:nvPr>
            <p:ph type="ctrTitle"/>
          </p:nvPr>
        </p:nvSpPr>
        <p:spPr bwMode="black"/>
        <p:txBody>
          <a:bodyPr rtlCol="0"/>
          <a:lstStyle/>
          <a:p>
            <a:pPr rtl="0"/>
            <a:r>
              <a:rPr lang="es-ES" dirty="0"/>
              <a:t>Segmentación de perfiles estudiantiles mediante técnicas de aprendizaje no supervisado</a:t>
            </a:r>
            <a:endParaRPr lang="es-ES" b="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9E5DACC-1D74-41AD-B036-C015472B94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770818"/>
          </a:xfrm>
        </p:spPr>
        <p:txBody>
          <a:bodyPr rtlCol="0">
            <a:normAutofit/>
          </a:bodyPr>
          <a:lstStyle/>
          <a:p>
            <a:pPr rtl="0"/>
            <a:r>
              <a:rPr lang="es-ES" sz="2400" dirty="0"/>
              <a:t>Maestría de Inteligencia Artificial – Aprendizaje Automático</a:t>
            </a:r>
          </a:p>
        </p:txBody>
      </p:sp>
    </p:spTree>
    <p:extLst>
      <p:ext uri="{BB962C8B-B14F-4D97-AF65-F5344CB8AC3E}">
        <p14:creationId xmlns:p14="http://schemas.microsoft.com/office/powerpoint/2010/main" val="161397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76B58F-1CF7-41B5-BF70-710D7AC79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dirty="0"/>
              <a:t>Grupo 11 - Integrantes</a:t>
            </a:r>
            <a:endParaRPr lang="es-ES" sz="2600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3FF1311-DD92-45BA-B10F-C1A324C27B55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809625" y="2222500"/>
            <a:ext cx="5186363" cy="3638550"/>
          </a:xfrm>
        </p:spPr>
        <p:txBody>
          <a:bodyPr rtlCol="0"/>
          <a:lstStyle/>
          <a:p>
            <a:pPr rtl="0"/>
            <a:r>
              <a:rPr lang="es-ES" dirty="0"/>
              <a:t>Miguel Angel Behr López</a:t>
            </a:r>
          </a:p>
          <a:p>
            <a:pPr rtl="0"/>
            <a:r>
              <a:rPr lang="es-ES" dirty="0"/>
              <a:t>Miguel Angel Chang Aguilar</a:t>
            </a:r>
          </a:p>
          <a:p>
            <a:pPr rtl="0"/>
            <a:r>
              <a:rPr lang="es-ES" dirty="0" err="1"/>
              <a:t>Jhon</a:t>
            </a:r>
            <a:r>
              <a:rPr lang="es-ES" dirty="0"/>
              <a:t> Henry Quimi Loza</a:t>
            </a:r>
          </a:p>
          <a:p>
            <a:pPr rtl="0"/>
            <a:r>
              <a:rPr lang="es-ES" dirty="0"/>
              <a:t>Erik Ricardo Nevárez Benavidez</a:t>
            </a:r>
          </a:p>
        </p:txBody>
      </p:sp>
    </p:spTree>
    <p:extLst>
      <p:ext uri="{BB962C8B-B14F-4D97-AF65-F5344CB8AC3E}">
        <p14:creationId xmlns:p14="http://schemas.microsoft.com/office/powerpoint/2010/main" val="2131043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D597A3-CAEC-4FBF-94DF-5925729E0C97}"/>
              </a:ext>
            </a:extLst>
          </p:cNvPr>
          <p:cNvSpPr>
            <a:spLocks noGrp="1"/>
          </p:cNvSpPr>
          <p:nvPr>
            <p:ph type="title"/>
          </p:nvPr>
        </p:nvSpPr>
        <p:spPr bwMode="white">
          <a:xfrm>
            <a:off x="810000" y="447188"/>
            <a:ext cx="10571998" cy="970450"/>
          </a:xfrm>
        </p:spPr>
        <p:txBody>
          <a:bodyPr rtlCol="0" anchor="ctr">
            <a:normAutofit/>
          </a:bodyPr>
          <a:lstStyle/>
          <a:p>
            <a:pPr rtl="0"/>
            <a:r>
              <a:rPr lang="es-ES" dirty="0"/>
              <a:t>Introducción y Objetivo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C78D25F-CEA2-86F0-91FF-C88297DF5D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4" b="6285"/>
          <a:stretch>
            <a:fillRect/>
          </a:stretch>
        </p:blipFill>
        <p:spPr>
          <a:xfrm>
            <a:off x="5100478" y="1890445"/>
            <a:ext cx="7091522" cy="4967555"/>
          </a:xfrm>
          <a:prstGeom prst="rect">
            <a:avLst/>
          </a:prstGeom>
          <a:noFill/>
          <a:ln w="25400">
            <a:gradFill>
              <a:gsLst>
                <a:gs pos="50000">
                  <a:schemeClr val="bg2"/>
                </a:gs>
                <a:gs pos="0">
                  <a:schemeClr val="bg2"/>
                </a:gs>
                <a:gs pos="100000">
                  <a:schemeClr val="accent1"/>
                </a:gs>
              </a:gsLst>
              <a:lin ang="5400000" scaled="1"/>
            </a:gra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EF5FD3-E825-420F-8A22-D0B5F32946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9283" y="2283932"/>
            <a:ext cx="4863957" cy="4574068"/>
          </a:xfrm>
        </p:spPr>
        <p:txBody>
          <a:bodyPr rtlCol="0"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s-MX" sz="1400" dirty="0"/>
              <a:t>• Aplicar técnicas de aprendizaje no supervisado para segmentar perfiles estudiantiles.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400" dirty="0"/>
              <a:t>• Analizar patrones relacionados con: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400" dirty="0"/>
              <a:t>  - horas de estudio,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400" dirty="0"/>
              <a:t>  - asistencia,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400" dirty="0"/>
              <a:t>  - desempeño académico,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400" dirty="0"/>
              <a:t>  - y comportamiento estudiantil.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400" dirty="0"/>
              <a:t>• Implementar modelos: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400" dirty="0"/>
              <a:t>  - K-Means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400" dirty="0"/>
              <a:t>  - DBSCAN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400" dirty="0"/>
              <a:t>  - PCA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400" dirty="0"/>
              <a:t>  - t-SNE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s-MX" sz="1400" dirty="0"/>
              <a:t>• Visualizar y comparar agrupamientos obtenidos mediante </a:t>
            </a:r>
            <a:r>
              <a:rPr lang="es-MX" sz="1400" dirty="0" err="1"/>
              <a:t>clustering</a:t>
            </a:r>
            <a:r>
              <a:rPr lang="es-MX" sz="1400" dirty="0"/>
              <a:t>.</a:t>
            </a:r>
            <a:endParaRPr lang="es-ES" sz="1400" dirty="0"/>
          </a:p>
        </p:txBody>
      </p:sp>
    </p:spTree>
    <p:extLst>
      <p:ext uri="{BB962C8B-B14F-4D97-AF65-F5344CB8AC3E}">
        <p14:creationId xmlns:p14="http://schemas.microsoft.com/office/powerpoint/2010/main" val="1729462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C0B7-B101-ADCE-13F1-3822CBD9F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5A9A83-2047-59E9-F8A2-F600F2514919}"/>
              </a:ext>
            </a:extLst>
          </p:cNvPr>
          <p:cNvSpPr>
            <a:spLocks noGrp="1"/>
          </p:cNvSpPr>
          <p:nvPr>
            <p:ph type="title"/>
          </p:nvPr>
        </p:nvSpPr>
        <p:spPr bwMode="white"/>
        <p:txBody>
          <a:bodyPr rtlCol="0"/>
          <a:lstStyle/>
          <a:p>
            <a:pPr rtl="0"/>
            <a:r>
              <a:rPr lang="es-ES" dirty="0" err="1"/>
              <a:t>Dataset</a:t>
            </a:r>
            <a:r>
              <a:rPr lang="es-ES" dirty="0"/>
              <a:t> y preparación de datos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3A9E6E-94F6-0CAD-7F22-CDBC3E25B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527443" y="2224815"/>
            <a:ext cx="5178176" cy="4278266"/>
          </a:xfrm>
        </p:spPr>
        <p:txBody>
          <a:bodyPr rtlCol="0">
            <a:normAutofit fontScale="92500" lnSpcReduction="10000"/>
          </a:bodyPr>
          <a:lstStyle/>
          <a:p>
            <a:pPr marL="0" indent="0" algn="just">
              <a:buNone/>
            </a:pPr>
            <a:r>
              <a:rPr lang="es-MX" sz="1600" dirty="0" err="1">
                <a:ea typeface="Tahoma" panose="020B0604030504040204" pitchFamily="34" charset="0"/>
                <a:cs typeface="Tahoma" panose="020B0604030504040204" pitchFamily="34" charset="0"/>
              </a:rPr>
              <a:t>Dataset</a:t>
            </a: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 utilizado:</a:t>
            </a: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• student_performance.csv</a:t>
            </a:r>
          </a:p>
          <a:p>
            <a:pPr marL="0" indent="0" algn="just">
              <a:buNone/>
            </a:pPr>
            <a:endParaRPr lang="es-MX" sz="1600" dirty="0"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Características:</a:t>
            </a: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• 500 registros</a:t>
            </a: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• 11 variables</a:t>
            </a: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• Variables numéricas y categóricas</a:t>
            </a:r>
          </a:p>
          <a:p>
            <a:pPr marL="0" indent="0" algn="just">
              <a:buNone/>
            </a:pPr>
            <a:endParaRPr lang="es-MX" sz="1600" dirty="0"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Preparación realizada:</a:t>
            </a: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• Tratamiento de valores nulos</a:t>
            </a: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• Eliminación de variables irrelevantes</a:t>
            </a: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• Transformación de variables categóricas</a:t>
            </a:r>
          </a:p>
          <a:p>
            <a:pPr marL="0" indent="0" algn="just">
              <a:buNone/>
            </a:pPr>
            <a:r>
              <a:rPr lang="es-MX" sz="1600" dirty="0">
                <a:ea typeface="Tahoma" panose="020B0604030504040204" pitchFamily="34" charset="0"/>
                <a:cs typeface="Tahoma" panose="020B0604030504040204" pitchFamily="34" charset="0"/>
              </a:rPr>
              <a:t>• Normalización mediante </a:t>
            </a:r>
            <a:r>
              <a:rPr lang="es-MX" sz="1600" dirty="0" err="1">
                <a:ea typeface="Tahoma" panose="020B0604030504040204" pitchFamily="34" charset="0"/>
                <a:cs typeface="Tahoma" panose="020B0604030504040204" pitchFamily="34" charset="0"/>
              </a:rPr>
              <a:t>StandardScaler</a:t>
            </a:r>
            <a:endParaRPr lang="es-ES" sz="1600" dirty="0"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CDEAE79-6337-2417-8DEC-72FAA6F193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7942" y="1869897"/>
            <a:ext cx="2784058" cy="4988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88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18D51-D857-5EAF-EA29-64A62623C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E546B5-C7E8-82DD-CE97-E0399E58C5B1}"/>
              </a:ext>
            </a:extLst>
          </p:cNvPr>
          <p:cNvSpPr>
            <a:spLocks noGrp="1"/>
          </p:cNvSpPr>
          <p:nvPr>
            <p:ph type="title"/>
          </p:nvPr>
        </p:nvSpPr>
        <p:spPr bwMode="white"/>
        <p:txBody>
          <a:bodyPr rtlCol="0"/>
          <a:lstStyle/>
          <a:p>
            <a:pPr rtl="0"/>
            <a:r>
              <a:rPr lang="es-ES" dirty="0"/>
              <a:t>Análisis Exploratorio de datos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17011A55-2E61-A228-7CE0-5589AFD042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77402" y="2222286"/>
            <a:ext cx="5691876" cy="4635713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s-MX" dirty="0"/>
              <a:t>Hallazgos principales:</a:t>
            </a:r>
          </a:p>
          <a:p>
            <a:endParaRPr lang="es-MX" dirty="0"/>
          </a:p>
          <a:p>
            <a:r>
              <a:rPr lang="es-MX" dirty="0"/>
              <a:t>Las horas de estudio mostraron una fuerte relación con el rendimiento académico.</a:t>
            </a:r>
          </a:p>
          <a:p>
            <a:endParaRPr lang="es-MX" dirty="0"/>
          </a:p>
          <a:p>
            <a:r>
              <a:rPr lang="es-MX" dirty="0"/>
              <a:t>La asistencia presentó una correlación moderada con las calificaciones finales.</a:t>
            </a:r>
          </a:p>
          <a:p>
            <a:endParaRPr lang="es-MX" dirty="0"/>
          </a:p>
          <a:p>
            <a:r>
              <a:rPr lang="es-MX" dirty="0"/>
              <a:t>Se identificaron patrones diferenciados entre estudiantes según hábitos de estudio y desempeño.</a:t>
            </a:r>
          </a:p>
          <a:p>
            <a:endParaRPr lang="es-MX" dirty="0"/>
          </a:p>
          <a:p>
            <a:pPr marL="0" indent="0">
              <a:buNone/>
            </a:pPr>
            <a:r>
              <a:rPr lang="es-MX" dirty="0"/>
              <a:t>Visualizaciones realizadas:</a:t>
            </a:r>
          </a:p>
          <a:p>
            <a:r>
              <a:rPr lang="es-MX" dirty="0"/>
              <a:t>Matriz de correlación</a:t>
            </a:r>
          </a:p>
          <a:p>
            <a:r>
              <a:rPr lang="es-MX" dirty="0"/>
              <a:t>Histogramas de distribución</a:t>
            </a:r>
          </a:p>
          <a:p>
            <a:r>
              <a:rPr lang="es-MX" dirty="0"/>
              <a:t>Estadísticas descriptivas</a:t>
            </a:r>
            <a:endParaRPr lang="es-EC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CDBCF10-E0B0-DF09-AD35-7036FD253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9277" y="1915867"/>
            <a:ext cx="6222723" cy="4813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328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25ED4-E997-44FB-2EAA-4DBE5057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A92672-E446-FDE8-9BFC-0BCD415A3487}"/>
              </a:ext>
            </a:extLst>
          </p:cNvPr>
          <p:cNvSpPr>
            <a:spLocks noGrp="1"/>
          </p:cNvSpPr>
          <p:nvPr>
            <p:ph type="title"/>
          </p:nvPr>
        </p:nvSpPr>
        <p:spPr bwMode="white"/>
        <p:txBody>
          <a:bodyPr rtlCol="0"/>
          <a:lstStyle/>
          <a:p>
            <a:pPr rtl="0"/>
            <a:r>
              <a:rPr lang="es-ES" dirty="0"/>
              <a:t>Modelo K-Means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90D80691-8160-D89C-7815-2AE0129D5D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1084" y="2150367"/>
            <a:ext cx="5529827" cy="454838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s-MX" dirty="0"/>
              <a:t>Objetivo:</a:t>
            </a:r>
          </a:p>
          <a:p>
            <a:r>
              <a:rPr lang="es-MX" dirty="0"/>
              <a:t>Identificar agrupamientos de estudiantes con características similares.</a:t>
            </a:r>
          </a:p>
          <a:p>
            <a:endParaRPr lang="es-MX" dirty="0"/>
          </a:p>
          <a:p>
            <a:pPr marL="0" indent="0">
              <a:buNone/>
            </a:pPr>
            <a:r>
              <a:rPr lang="es-MX" dirty="0"/>
              <a:t>Métodos utilizados:</a:t>
            </a:r>
          </a:p>
          <a:p>
            <a:r>
              <a:rPr lang="es-MX" dirty="0" err="1"/>
              <a:t>Elbow</a:t>
            </a:r>
            <a:r>
              <a:rPr lang="es-MX" dirty="0"/>
              <a:t> Method</a:t>
            </a:r>
          </a:p>
          <a:p>
            <a:r>
              <a:rPr lang="es-MX" dirty="0" err="1"/>
              <a:t>Silhouette</a:t>
            </a:r>
            <a:r>
              <a:rPr lang="es-MX" dirty="0"/>
              <a:t> Score</a:t>
            </a:r>
          </a:p>
          <a:p>
            <a:endParaRPr lang="es-MX" dirty="0"/>
          </a:p>
          <a:p>
            <a:pPr marL="0" indent="0">
              <a:buNone/>
            </a:pPr>
            <a:r>
              <a:rPr lang="es-MX" dirty="0"/>
              <a:t>Resultados:</a:t>
            </a:r>
          </a:p>
          <a:p>
            <a:r>
              <a:rPr lang="es-MX" dirty="0"/>
              <a:t>Se seleccionaron 4 </a:t>
            </a:r>
            <a:r>
              <a:rPr lang="es-MX" dirty="0" err="1"/>
              <a:t>clusters</a:t>
            </a:r>
            <a:r>
              <a:rPr lang="es-MX" dirty="0"/>
              <a:t>.</a:t>
            </a:r>
          </a:p>
          <a:p>
            <a:r>
              <a:rPr lang="es-MX" dirty="0"/>
              <a:t>Se obtuvieron agrupamientos relativamente balanceados.</a:t>
            </a:r>
          </a:p>
          <a:p>
            <a:r>
              <a:rPr lang="es-MX" dirty="0"/>
              <a:t>Los </a:t>
            </a:r>
            <a:r>
              <a:rPr lang="es-MX" dirty="0" err="1"/>
              <a:t>clusters</a:t>
            </a:r>
            <a:r>
              <a:rPr lang="es-MX" dirty="0"/>
              <a:t> mostraron diferencias en hábitos de estudio y rendimiento académico.</a:t>
            </a:r>
            <a:endParaRPr lang="es-EC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07FBF6E-0A71-CD03-640E-F1A017BCC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459" y="2001136"/>
            <a:ext cx="3496315" cy="2622236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B9E37C4-E3D2-DBC5-7C58-F1D1EF006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4601" y="4096154"/>
            <a:ext cx="3496315" cy="2761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480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62C94-F900-0B54-2333-4F8430141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5A6AC4-101E-7677-0FC8-AD8501A9B796}"/>
              </a:ext>
            </a:extLst>
          </p:cNvPr>
          <p:cNvSpPr>
            <a:spLocks noGrp="1"/>
          </p:cNvSpPr>
          <p:nvPr>
            <p:ph type="title"/>
          </p:nvPr>
        </p:nvSpPr>
        <p:spPr bwMode="white"/>
        <p:txBody>
          <a:bodyPr rtlCol="0"/>
          <a:lstStyle/>
          <a:p>
            <a:pPr rtl="0"/>
            <a:r>
              <a:rPr lang="es-ES" dirty="0"/>
              <a:t>Modelo DBSCAN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DD4F8614-26E6-D944-B05B-638645CCDA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10001" y="2222286"/>
            <a:ext cx="5529827" cy="4558657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s-MX" dirty="0"/>
              <a:t>Objetivo:</a:t>
            </a:r>
          </a:p>
          <a:p>
            <a:r>
              <a:rPr lang="es-MX" dirty="0"/>
              <a:t>Detectar agrupamientos basados en densidad y posibles observaciones atípicas.</a:t>
            </a:r>
          </a:p>
          <a:p>
            <a:endParaRPr lang="es-MX" dirty="0"/>
          </a:p>
          <a:p>
            <a:pPr marL="0" indent="0">
              <a:buNone/>
            </a:pPr>
            <a:r>
              <a:rPr lang="es-MX" dirty="0"/>
              <a:t>Selección de parámetros:</a:t>
            </a:r>
          </a:p>
          <a:p>
            <a:r>
              <a:rPr lang="es-MX" dirty="0"/>
              <a:t>Se utilizó un k-</a:t>
            </a:r>
            <a:r>
              <a:rPr lang="es-MX" dirty="0" err="1"/>
              <a:t>distance</a:t>
            </a:r>
            <a:r>
              <a:rPr lang="es-MX" dirty="0"/>
              <a:t> </a:t>
            </a:r>
            <a:r>
              <a:rPr lang="es-MX" dirty="0" err="1"/>
              <a:t>graph</a:t>
            </a:r>
            <a:r>
              <a:rPr lang="es-MX" dirty="0"/>
              <a:t> para elegir </a:t>
            </a:r>
            <a:r>
              <a:rPr lang="es-MX" dirty="0" err="1"/>
              <a:t>eps</a:t>
            </a:r>
            <a:r>
              <a:rPr lang="es-MX" dirty="0"/>
              <a:t>.</a:t>
            </a:r>
          </a:p>
          <a:p>
            <a:r>
              <a:rPr lang="es-MX" dirty="0" err="1"/>
              <a:t>eps</a:t>
            </a:r>
            <a:r>
              <a:rPr lang="es-MX" dirty="0"/>
              <a:t> = 0.6</a:t>
            </a:r>
          </a:p>
          <a:p>
            <a:r>
              <a:rPr lang="es-MX" dirty="0" err="1"/>
              <a:t>min_samples</a:t>
            </a:r>
            <a:r>
              <a:rPr lang="es-MX" dirty="0"/>
              <a:t> = 5</a:t>
            </a:r>
          </a:p>
          <a:p>
            <a:endParaRPr lang="es-MX" dirty="0"/>
          </a:p>
          <a:p>
            <a:pPr marL="0" indent="0">
              <a:buNone/>
            </a:pPr>
            <a:r>
              <a:rPr lang="es-MX" dirty="0"/>
              <a:t>Resultados:</a:t>
            </a:r>
          </a:p>
          <a:p>
            <a:r>
              <a:rPr lang="es-MX" dirty="0"/>
              <a:t>DBSCAN identificó </a:t>
            </a:r>
            <a:r>
              <a:rPr lang="es-MX" dirty="0" err="1"/>
              <a:t>clusters</a:t>
            </a:r>
            <a:r>
              <a:rPr lang="es-MX" dirty="0"/>
              <a:t> según zonas de mayor densidad.</a:t>
            </a:r>
          </a:p>
          <a:p>
            <a:r>
              <a:rPr lang="es-MX" dirty="0"/>
              <a:t>Los puntos con etiqueta -1 fueron considerados ruido o atípicos.</a:t>
            </a:r>
          </a:p>
          <a:p>
            <a:r>
              <a:rPr lang="es-MX" dirty="0"/>
              <a:t>El </a:t>
            </a:r>
            <a:r>
              <a:rPr lang="es-MX" dirty="0" err="1"/>
              <a:t>Silhouette</a:t>
            </a:r>
            <a:r>
              <a:rPr lang="es-MX" dirty="0"/>
              <a:t> Score se calculó excluyendo los puntos de ruido.</a:t>
            </a:r>
          </a:p>
          <a:p>
            <a:endParaRPr lang="es-MX" dirty="0"/>
          </a:p>
          <a:p>
            <a:pPr marL="0" indent="0">
              <a:buNone/>
            </a:pPr>
            <a:r>
              <a:rPr lang="es-MX" dirty="0"/>
              <a:t>Diferencia frente a K-Means:</a:t>
            </a:r>
          </a:p>
          <a:p>
            <a:r>
              <a:rPr lang="es-MX" dirty="0"/>
              <a:t>DBSCAN no fuerza todos los datos a pertenecer a un </a:t>
            </a:r>
            <a:r>
              <a:rPr lang="es-MX" dirty="0" err="1"/>
              <a:t>cluster</a:t>
            </a:r>
            <a:r>
              <a:rPr lang="es-MX" dirty="0"/>
              <a:t>.</a:t>
            </a:r>
            <a:endParaRPr lang="es-EC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BF6EB5B-D1BD-82F6-FC48-7C2225732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9828" y="2276571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368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CF0B8-4296-E4E3-0838-8CC4C3858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3BFC9E-5846-C170-8F35-7E09BDEA36F5}"/>
              </a:ext>
            </a:extLst>
          </p:cNvPr>
          <p:cNvSpPr>
            <a:spLocks noGrp="1"/>
          </p:cNvSpPr>
          <p:nvPr>
            <p:ph type="title"/>
          </p:nvPr>
        </p:nvSpPr>
        <p:spPr bwMode="white">
          <a:xfrm>
            <a:off x="810000" y="447188"/>
            <a:ext cx="6731231" cy="970450"/>
          </a:xfrm>
        </p:spPr>
        <p:txBody>
          <a:bodyPr rtlCol="0"/>
          <a:lstStyle/>
          <a:p>
            <a:pPr rtl="0"/>
            <a:r>
              <a:rPr lang="es-ES" sz="3600" dirty="0"/>
              <a:t>Reducción de dimensionalidad: PCA y t-SNE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294E8E90-FC42-3941-0622-9EDDC54BB55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s-MX" dirty="0"/>
              <a:t>PCA:</a:t>
            </a:r>
          </a:p>
          <a:p>
            <a:r>
              <a:rPr lang="es-MX" dirty="0"/>
              <a:t>Reduce las variables a componentes principales.</a:t>
            </a:r>
          </a:p>
          <a:p>
            <a:r>
              <a:rPr lang="es-MX" dirty="0"/>
              <a:t>Permite visualizar los </a:t>
            </a:r>
            <a:r>
              <a:rPr lang="es-MX" dirty="0" err="1"/>
              <a:t>clusters</a:t>
            </a:r>
            <a:r>
              <a:rPr lang="es-MX" dirty="0"/>
              <a:t> en 2D.</a:t>
            </a:r>
          </a:p>
          <a:p>
            <a:r>
              <a:rPr lang="es-MX" dirty="0"/>
              <a:t>Ayuda a interpretar la variabilidad de los datos.</a:t>
            </a:r>
          </a:p>
          <a:p>
            <a:endParaRPr lang="es-MX" dirty="0"/>
          </a:p>
          <a:p>
            <a:pPr marL="0" indent="0">
              <a:buNone/>
            </a:pPr>
            <a:r>
              <a:rPr lang="es-MX" dirty="0"/>
              <a:t>t-SNE:</a:t>
            </a:r>
          </a:p>
          <a:p>
            <a:r>
              <a:rPr lang="es-MX" dirty="0"/>
              <a:t>Permite visualizar patrones no lineales.</a:t>
            </a:r>
          </a:p>
          <a:p>
            <a:r>
              <a:rPr lang="es-MX" dirty="0"/>
              <a:t>Muestra agrupamientos complejos entre estudiantes.</a:t>
            </a:r>
          </a:p>
          <a:p>
            <a:r>
              <a:rPr lang="es-MX" dirty="0"/>
              <a:t>Complementa la visualización obtenida con PCA.</a:t>
            </a:r>
            <a:endParaRPr lang="es-EC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D251192-A214-2BF3-13E1-773BF7BBA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6964" y="0"/>
            <a:ext cx="4535036" cy="340127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2D53A6B-6B8A-883B-88FC-163FD0F45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6964" y="3456723"/>
            <a:ext cx="4535036" cy="340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943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7C717-903D-46C9-84AB-600B79646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C3F914-01AA-1851-2F4A-2B9838C81B62}"/>
              </a:ext>
            </a:extLst>
          </p:cNvPr>
          <p:cNvSpPr>
            <a:spLocks noGrp="1"/>
          </p:cNvSpPr>
          <p:nvPr>
            <p:ph type="title"/>
          </p:nvPr>
        </p:nvSpPr>
        <p:spPr bwMode="white"/>
        <p:txBody>
          <a:bodyPr rtlCol="0"/>
          <a:lstStyle/>
          <a:p>
            <a:pPr rtl="0"/>
            <a:r>
              <a:rPr lang="es-ES" dirty="0"/>
              <a:t>Comparación entre modelos</a:t>
            </a:r>
          </a:p>
        </p:txBody>
      </p:sp>
      <p:graphicFrame>
        <p:nvGraphicFramePr>
          <p:cNvPr id="6" name="Marcador de contenido 5">
            <a:extLst>
              <a:ext uri="{FF2B5EF4-FFF2-40B4-BE49-F238E27FC236}">
                <a16:creationId xmlns:a16="http://schemas.microsoft.com/office/drawing/2014/main" id="{AFDFF23F-63A3-D06B-8CD6-3D6988AD9EA1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607207841"/>
              </p:ext>
            </p:extLst>
          </p:nvPr>
        </p:nvGraphicFramePr>
        <p:xfrm>
          <a:off x="810000" y="2818401"/>
          <a:ext cx="10572750" cy="1854200"/>
        </p:xfrm>
        <a:graphic>
          <a:graphicData uri="http://schemas.openxmlformats.org/drawingml/2006/table">
            <a:tbl>
              <a:tblPr firstRow="1" bandRow="1">
                <a:tableStyleId>{69C7853C-536D-4A76-A0AE-DD22124D55A5}</a:tableStyleId>
              </a:tblPr>
              <a:tblGrid>
                <a:gridCol w="2478105">
                  <a:extLst>
                    <a:ext uri="{9D8B030D-6E8A-4147-A177-3AD203B41FA5}">
                      <a16:colId xmlns:a16="http://schemas.microsoft.com/office/drawing/2014/main" val="1198563795"/>
                    </a:ext>
                  </a:extLst>
                </a:gridCol>
                <a:gridCol w="8094645">
                  <a:extLst>
                    <a:ext uri="{9D8B030D-6E8A-4147-A177-3AD203B41FA5}">
                      <a16:colId xmlns:a16="http://schemas.microsoft.com/office/drawing/2014/main" val="24301037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Técnica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Resultado observador</a:t>
                      </a:r>
                      <a:endParaRPr lang="es-EC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7274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K-Means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Cluster más balanceados y fáciles de interpretar</a:t>
                      </a:r>
                      <a:endParaRPr lang="es-EC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96457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DBSCAN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Detectó ruido y agrupamientos por densidad</a:t>
                      </a:r>
                      <a:endParaRPr lang="es-EC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6090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PCA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Buena representación lineal de los datos</a:t>
                      </a:r>
                      <a:endParaRPr lang="es-EC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5570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MX" dirty="0"/>
                        <a:t>t-SNE</a:t>
                      </a:r>
                      <a:endParaRPr lang="es-EC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Mejor separación visual de patrones complejos</a:t>
                      </a:r>
                      <a:endParaRPr lang="es-EC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3574684"/>
                  </a:ext>
                </a:extLst>
              </a:tr>
            </a:tbl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2855F618-3E76-967A-F7D7-DB4FF309C676}"/>
              </a:ext>
            </a:extLst>
          </p:cNvPr>
          <p:cNvSpPr txBox="1"/>
          <p:nvPr/>
        </p:nvSpPr>
        <p:spPr>
          <a:xfrm>
            <a:off x="667820" y="5095982"/>
            <a:ext cx="107141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MX" b="1" dirty="0"/>
              <a:t>Hallazgo principal:</a:t>
            </a:r>
          </a:p>
          <a:p>
            <a:pPr algn="just"/>
            <a:r>
              <a:rPr lang="es-MX" dirty="0"/>
              <a:t>K-Means presentó una segmentación más clara y consistente para este </a:t>
            </a:r>
            <a:r>
              <a:rPr lang="es-MX" dirty="0" err="1"/>
              <a:t>dataset</a:t>
            </a:r>
            <a:r>
              <a:rPr lang="es-MX" dirty="0"/>
              <a:t>, mientras que DBSCAN permitió detectar observaciones atípicas y agrupamientos menos uniformes.</a:t>
            </a:r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38025597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A8E7C-251A-97BE-199E-4ACEE0110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80A378-9840-2EAE-6B20-229FC086CA79}"/>
              </a:ext>
            </a:extLst>
          </p:cNvPr>
          <p:cNvSpPr>
            <a:spLocks noGrp="1"/>
          </p:cNvSpPr>
          <p:nvPr>
            <p:ph type="title"/>
          </p:nvPr>
        </p:nvSpPr>
        <p:spPr bwMode="white"/>
        <p:txBody>
          <a:bodyPr rtlCol="0"/>
          <a:lstStyle/>
          <a:p>
            <a:pPr rtl="0"/>
            <a:r>
              <a:rPr lang="es-ES" dirty="0"/>
              <a:t>Conclusiones</a:t>
            </a: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6E08DE76-7474-943F-CC37-04A90B16549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algn="just"/>
            <a:r>
              <a:rPr lang="es-MX" dirty="0"/>
              <a:t>Las técnicas de aprendizaje no supervisado permitieron identificar diferentes perfiles estudiantiles.</a:t>
            </a:r>
          </a:p>
          <a:p>
            <a:pPr algn="just"/>
            <a:r>
              <a:rPr lang="es-MX" dirty="0"/>
              <a:t>Las horas de estudio y el rendimiento académico mostraron relaciones importantes dentro del análisis.</a:t>
            </a:r>
          </a:p>
          <a:p>
            <a:pPr algn="just"/>
            <a:r>
              <a:rPr lang="es-MX" dirty="0"/>
              <a:t>K-Means generó </a:t>
            </a:r>
            <a:r>
              <a:rPr lang="es-MX" dirty="0" err="1"/>
              <a:t>clusters</a:t>
            </a:r>
            <a:r>
              <a:rPr lang="es-MX" dirty="0"/>
              <a:t> más interpretables y balanceados para este </a:t>
            </a:r>
            <a:r>
              <a:rPr lang="es-MX" dirty="0" err="1"/>
              <a:t>dataset</a:t>
            </a:r>
            <a:r>
              <a:rPr lang="es-MX" dirty="0"/>
              <a:t>.</a:t>
            </a:r>
          </a:p>
          <a:p>
            <a:pPr algn="just"/>
            <a:r>
              <a:rPr lang="es-MX" dirty="0"/>
              <a:t>DBSCAN permitió detectar agrupamientos por densidad y posibles observaciones atípicas.</a:t>
            </a:r>
          </a:p>
          <a:p>
            <a:pPr algn="just"/>
            <a:r>
              <a:rPr lang="es-MX" dirty="0"/>
              <a:t>PCA y t-SNE facilitaron la visualización y comprensión de patrones complejos.</a:t>
            </a:r>
          </a:p>
          <a:p>
            <a:pPr algn="just"/>
            <a:r>
              <a:rPr lang="es-MX" dirty="0"/>
              <a:t>La preparación y normalización de datos fueron fundamentales para obtener mejores resultados.</a:t>
            </a:r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326710233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table">
  <a:themeElements>
    <a:clrScheme name="Default">
      <a:dk1>
        <a:srgbClr val="000000"/>
      </a:dk1>
      <a:lt1>
        <a:sysClr val="window" lastClr="FFFFFF"/>
      </a:lt1>
      <a:dk2>
        <a:srgbClr val="3F3F3F"/>
      </a:dk2>
      <a:lt2>
        <a:srgbClr val="E7E6E6"/>
      </a:lt2>
      <a:accent1>
        <a:srgbClr val="700000"/>
      </a:accent1>
      <a:accent2>
        <a:srgbClr val="ED7D31"/>
      </a:accent2>
      <a:accent3>
        <a:srgbClr val="A5A5A5"/>
      </a:accent3>
      <a:accent4>
        <a:srgbClr val="FFC000"/>
      </a:accent4>
      <a:accent5>
        <a:srgbClr val="700000"/>
      </a:accent5>
      <a:accent6>
        <a:srgbClr val="978869"/>
      </a:accent6>
      <a:hlink>
        <a:srgbClr val="FFC000"/>
      </a:hlink>
      <a:folHlink>
        <a:srgbClr val="7F7F7F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3585702_TF45182065_Win32" id="{FC56CF45-A983-4A55-B2CB-31E608060C9D}" vid="{7D51ACA5-8D5C-41FB-8135-7DA9E6C9848F}"/>
    </a:ext>
  </a:extLst>
</a:theme>
</file>

<file path=ppt/theme/theme2.xml><?xml version="1.0" encoding="utf-8"?>
<a:theme xmlns:a="http://schemas.openxmlformats.org/drawingml/2006/main" name="Tema de la oficin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4" ma:contentTypeDescription="Create a new document." ma:contentTypeScope="" ma:versionID="2d714a3296df14eba7a100bb665443ca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49549bf45bfbbfb6cffed527380e77e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C8413E5-0484-489B-B293-D8720B6027F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7BEDC914-E79E-4731-88EB-C290A6D4D68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19B3EA6-E2E1-4B68-B700-9432F9FC79D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Esquema de discurso persuasivo </Template>
  <TotalTime>142</TotalTime>
  <Words>538</Words>
  <Application>Microsoft Office PowerPoint</Application>
  <PresentationFormat>Panorámica</PresentationFormat>
  <Paragraphs>115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Calibri</vt:lpstr>
      <vt:lpstr>Century Gothic</vt:lpstr>
      <vt:lpstr>Tahoma</vt:lpstr>
      <vt:lpstr>Wingdings 2</vt:lpstr>
      <vt:lpstr>Citable</vt:lpstr>
      <vt:lpstr>Segmentación de perfiles estudiantiles mediante técnicas de aprendizaje no supervisado</vt:lpstr>
      <vt:lpstr>Grupo 11 - Integrantes</vt:lpstr>
      <vt:lpstr>Introducción y Objetivo</vt:lpstr>
      <vt:lpstr>Dataset y preparación de datos</vt:lpstr>
      <vt:lpstr>Análisis Exploratorio de datos</vt:lpstr>
      <vt:lpstr>Modelo K-Means</vt:lpstr>
      <vt:lpstr>Modelo DBSCAN</vt:lpstr>
      <vt:lpstr>Reducción de dimensionalidad: PCA y t-SNE</vt:lpstr>
      <vt:lpstr>Comparación entre modelos</vt:lpstr>
      <vt:lpstr>Conclusiones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R. Nevárez</dc:creator>
  <cp:lastModifiedBy>Erik Nevárez</cp:lastModifiedBy>
  <cp:revision>2</cp:revision>
  <dcterms:created xsi:type="dcterms:W3CDTF">2026-05-05T03:55:47Z</dcterms:created>
  <dcterms:modified xsi:type="dcterms:W3CDTF">2026-05-13T21:35:36Z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