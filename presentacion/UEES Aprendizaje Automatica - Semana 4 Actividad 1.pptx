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67" r:id="rId7"/>
    <p:sldId id="273" r:id="rId8"/>
    <p:sldId id="270" r:id="rId9"/>
    <p:sldId id="271" r:id="rId10"/>
    <p:sldId id="272" r:id="rId11"/>
    <p:sldId id="274" r:id="rId12"/>
    <p:sldId id="275" r:id="rId13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3E3E"/>
    <a:srgbClr val="6D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C7853C-536D-4A76-A0AE-DD22124D55A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2639" autoAdjust="0"/>
  </p:normalViewPr>
  <p:slideViewPr>
    <p:cSldViewPr snapToGrid="0">
      <p:cViewPr varScale="1">
        <p:scale>
          <a:sx n="80" d="100"/>
          <a:sy n="80" d="100"/>
        </p:scale>
        <p:origin x="1794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6" d="100"/>
          <a:sy n="106" d="100"/>
        </p:scale>
        <p:origin x="5334" y="12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CE643C-6A08-483A-B033-58608359335C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C"/>
        </a:p>
      </dgm:t>
    </dgm:pt>
    <dgm:pt modelId="{62E92305-3874-433D-98BF-F67D9CF5EAD9}">
      <dgm:prSet phldrT="[Texto]" phldr="0"/>
      <dgm:spPr/>
      <dgm:t>
        <a:bodyPr/>
        <a:lstStyle/>
        <a:p>
          <a:r>
            <a:rPr lang="es-MX" dirty="0" err="1"/>
            <a:t>Dataset</a:t>
          </a:r>
          <a:endParaRPr lang="es-EC" dirty="0"/>
        </a:p>
      </dgm:t>
    </dgm:pt>
    <dgm:pt modelId="{3824F0F1-5D2C-4C9F-B36A-4FE5088CFF2D}" type="parTrans" cxnId="{7ECED252-8180-4E75-8261-9ACA3D4A3F23}">
      <dgm:prSet/>
      <dgm:spPr/>
      <dgm:t>
        <a:bodyPr/>
        <a:lstStyle/>
        <a:p>
          <a:endParaRPr lang="es-EC"/>
        </a:p>
      </dgm:t>
    </dgm:pt>
    <dgm:pt modelId="{44C2AC6C-C822-45AF-BEF3-42548872E00A}" type="sibTrans" cxnId="{7ECED252-8180-4E75-8261-9ACA3D4A3F23}">
      <dgm:prSet/>
      <dgm:spPr/>
      <dgm:t>
        <a:bodyPr/>
        <a:lstStyle/>
        <a:p>
          <a:endParaRPr lang="es-EC"/>
        </a:p>
      </dgm:t>
    </dgm:pt>
    <dgm:pt modelId="{16A74289-5132-415D-AB5F-3E64D837A667}">
      <dgm:prSet phldrT="[Texto]" phldr="0"/>
      <dgm:spPr/>
      <dgm:t>
        <a:bodyPr/>
        <a:lstStyle/>
        <a:p>
          <a:r>
            <a:rPr lang="es-MX" dirty="0"/>
            <a:t>Preprocesamiento</a:t>
          </a:r>
          <a:endParaRPr lang="es-EC" dirty="0"/>
        </a:p>
      </dgm:t>
    </dgm:pt>
    <dgm:pt modelId="{69476CF5-01BF-41DF-9130-979B972C8190}" type="parTrans" cxnId="{1155378A-B3B5-417F-BA3B-AF7B5C8E66F0}">
      <dgm:prSet/>
      <dgm:spPr/>
      <dgm:t>
        <a:bodyPr/>
        <a:lstStyle/>
        <a:p>
          <a:endParaRPr lang="es-EC"/>
        </a:p>
      </dgm:t>
    </dgm:pt>
    <dgm:pt modelId="{36A873CE-5AF5-4DE3-B669-C624A46D4371}" type="sibTrans" cxnId="{1155378A-B3B5-417F-BA3B-AF7B5C8E66F0}">
      <dgm:prSet/>
      <dgm:spPr/>
      <dgm:t>
        <a:bodyPr/>
        <a:lstStyle/>
        <a:p>
          <a:endParaRPr lang="es-EC"/>
        </a:p>
      </dgm:t>
    </dgm:pt>
    <dgm:pt modelId="{B8416796-E8AA-42A1-8B40-209A9E878EAA}">
      <dgm:prSet phldrT="[Texto]" phldr="0"/>
      <dgm:spPr/>
      <dgm:t>
        <a:bodyPr/>
        <a:lstStyle/>
        <a:p>
          <a:r>
            <a:rPr lang="es-MX" dirty="0"/>
            <a:t>Random Forest</a:t>
          </a:r>
          <a:endParaRPr lang="es-EC" dirty="0"/>
        </a:p>
      </dgm:t>
    </dgm:pt>
    <dgm:pt modelId="{A187A03A-7B04-44E4-911C-544DA0A060BF}" type="parTrans" cxnId="{A6C9A98A-806F-43FE-AED6-078A848A1314}">
      <dgm:prSet/>
      <dgm:spPr/>
      <dgm:t>
        <a:bodyPr/>
        <a:lstStyle/>
        <a:p>
          <a:endParaRPr lang="es-EC"/>
        </a:p>
      </dgm:t>
    </dgm:pt>
    <dgm:pt modelId="{6399D3DD-8258-422E-852C-8C66707EEA19}" type="sibTrans" cxnId="{A6C9A98A-806F-43FE-AED6-078A848A1314}">
      <dgm:prSet/>
      <dgm:spPr/>
      <dgm:t>
        <a:bodyPr/>
        <a:lstStyle/>
        <a:p>
          <a:endParaRPr lang="es-EC"/>
        </a:p>
      </dgm:t>
    </dgm:pt>
    <dgm:pt modelId="{2A4138F6-D951-47BA-83B5-F82926948027}">
      <dgm:prSet phldrT="[Texto]" phldr="0"/>
      <dgm:spPr/>
      <dgm:t>
        <a:bodyPr/>
        <a:lstStyle/>
        <a:p>
          <a:r>
            <a:rPr lang="es-MX"/>
            <a:t>Predicción</a:t>
          </a:r>
          <a:endParaRPr lang="es-EC" dirty="0"/>
        </a:p>
      </dgm:t>
    </dgm:pt>
    <dgm:pt modelId="{837FD32A-0415-45B4-A5CC-0004DA2E0BB2}" type="parTrans" cxnId="{1F74CA44-C829-4650-9C18-2A60449A4369}">
      <dgm:prSet/>
      <dgm:spPr/>
      <dgm:t>
        <a:bodyPr/>
        <a:lstStyle/>
        <a:p>
          <a:endParaRPr lang="es-EC"/>
        </a:p>
      </dgm:t>
    </dgm:pt>
    <dgm:pt modelId="{9E12C037-1D70-492B-A57B-4C94706E4CED}" type="sibTrans" cxnId="{1F74CA44-C829-4650-9C18-2A60449A4369}">
      <dgm:prSet/>
      <dgm:spPr/>
      <dgm:t>
        <a:bodyPr/>
        <a:lstStyle/>
        <a:p>
          <a:endParaRPr lang="es-EC"/>
        </a:p>
      </dgm:t>
    </dgm:pt>
    <dgm:pt modelId="{4D8AB206-E83B-4812-ABF9-3379641F0708}" type="pres">
      <dgm:prSet presAssocID="{FECE643C-6A08-483A-B033-58608359335C}" presName="Name0" presStyleCnt="0">
        <dgm:presLayoutVars>
          <dgm:dir/>
          <dgm:animLvl val="lvl"/>
          <dgm:resizeHandles val="exact"/>
        </dgm:presLayoutVars>
      </dgm:prSet>
      <dgm:spPr/>
    </dgm:pt>
    <dgm:pt modelId="{7117BD42-C93C-4EC4-8B68-C751EA0F25A9}" type="pres">
      <dgm:prSet presAssocID="{62E92305-3874-433D-98BF-F67D9CF5EAD9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4029A4D-9C71-4887-8E32-5380A9A65973}" type="pres">
      <dgm:prSet presAssocID="{44C2AC6C-C822-45AF-BEF3-42548872E00A}" presName="parTxOnlySpace" presStyleCnt="0"/>
      <dgm:spPr/>
    </dgm:pt>
    <dgm:pt modelId="{4788A723-7125-48A9-8036-7072CE845B26}" type="pres">
      <dgm:prSet presAssocID="{16A74289-5132-415D-AB5F-3E64D837A667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91452C9-E880-4EE4-9A69-3434408565CF}" type="pres">
      <dgm:prSet presAssocID="{36A873CE-5AF5-4DE3-B669-C624A46D4371}" presName="parTxOnlySpace" presStyleCnt="0"/>
      <dgm:spPr/>
    </dgm:pt>
    <dgm:pt modelId="{8AE27C62-C4AC-421E-BD30-1C929EF1D774}" type="pres">
      <dgm:prSet presAssocID="{B8416796-E8AA-42A1-8B40-209A9E878EAA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61769C2-DB57-4D83-BD79-BEC082E59F13}" type="pres">
      <dgm:prSet presAssocID="{6399D3DD-8258-422E-852C-8C66707EEA19}" presName="parTxOnlySpace" presStyleCnt="0"/>
      <dgm:spPr/>
    </dgm:pt>
    <dgm:pt modelId="{D63B5532-CCCD-4DC5-B5DC-277B4CC5ED5A}" type="pres">
      <dgm:prSet presAssocID="{2A4138F6-D951-47BA-83B5-F82926948027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941F533-1342-430B-9BE2-D4B821E5DBD9}" type="presOf" srcId="{B8416796-E8AA-42A1-8B40-209A9E878EAA}" destId="{8AE27C62-C4AC-421E-BD30-1C929EF1D774}" srcOrd="0" destOrd="0" presId="urn:microsoft.com/office/officeart/2005/8/layout/chevron1"/>
    <dgm:cxn modelId="{1F74CA44-C829-4650-9C18-2A60449A4369}" srcId="{FECE643C-6A08-483A-B033-58608359335C}" destId="{2A4138F6-D951-47BA-83B5-F82926948027}" srcOrd="3" destOrd="0" parTransId="{837FD32A-0415-45B4-A5CC-0004DA2E0BB2}" sibTransId="{9E12C037-1D70-492B-A57B-4C94706E4CED}"/>
    <dgm:cxn modelId="{7ECED252-8180-4E75-8261-9ACA3D4A3F23}" srcId="{FECE643C-6A08-483A-B033-58608359335C}" destId="{62E92305-3874-433D-98BF-F67D9CF5EAD9}" srcOrd="0" destOrd="0" parTransId="{3824F0F1-5D2C-4C9F-B36A-4FE5088CFF2D}" sibTransId="{44C2AC6C-C822-45AF-BEF3-42548872E00A}"/>
    <dgm:cxn modelId="{8F2ED47B-999E-436E-8397-D496227AC443}" type="presOf" srcId="{2A4138F6-D951-47BA-83B5-F82926948027}" destId="{D63B5532-CCCD-4DC5-B5DC-277B4CC5ED5A}" srcOrd="0" destOrd="0" presId="urn:microsoft.com/office/officeart/2005/8/layout/chevron1"/>
    <dgm:cxn modelId="{1155378A-B3B5-417F-BA3B-AF7B5C8E66F0}" srcId="{FECE643C-6A08-483A-B033-58608359335C}" destId="{16A74289-5132-415D-AB5F-3E64D837A667}" srcOrd="1" destOrd="0" parTransId="{69476CF5-01BF-41DF-9130-979B972C8190}" sibTransId="{36A873CE-5AF5-4DE3-B669-C624A46D4371}"/>
    <dgm:cxn modelId="{A6C9A98A-806F-43FE-AED6-078A848A1314}" srcId="{FECE643C-6A08-483A-B033-58608359335C}" destId="{B8416796-E8AA-42A1-8B40-209A9E878EAA}" srcOrd="2" destOrd="0" parTransId="{A187A03A-7B04-44E4-911C-544DA0A060BF}" sibTransId="{6399D3DD-8258-422E-852C-8C66707EEA19}"/>
    <dgm:cxn modelId="{78FE43A5-63AC-40D2-BF43-61AC9502D727}" type="presOf" srcId="{62E92305-3874-433D-98BF-F67D9CF5EAD9}" destId="{7117BD42-C93C-4EC4-8B68-C751EA0F25A9}" srcOrd="0" destOrd="0" presId="urn:microsoft.com/office/officeart/2005/8/layout/chevron1"/>
    <dgm:cxn modelId="{6A7206AD-1F78-4969-A4AD-F5F10FB6B948}" type="presOf" srcId="{16A74289-5132-415D-AB5F-3E64D837A667}" destId="{4788A723-7125-48A9-8036-7072CE845B26}" srcOrd="0" destOrd="0" presId="urn:microsoft.com/office/officeart/2005/8/layout/chevron1"/>
    <dgm:cxn modelId="{94AAB0C7-F623-46D0-B8A1-5335D7C82642}" type="presOf" srcId="{FECE643C-6A08-483A-B033-58608359335C}" destId="{4D8AB206-E83B-4812-ABF9-3379641F0708}" srcOrd="0" destOrd="0" presId="urn:microsoft.com/office/officeart/2005/8/layout/chevron1"/>
    <dgm:cxn modelId="{E0EC7872-D9A5-4B80-BFF1-9D00594B0D1F}" type="presParOf" srcId="{4D8AB206-E83B-4812-ABF9-3379641F0708}" destId="{7117BD42-C93C-4EC4-8B68-C751EA0F25A9}" srcOrd="0" destOrd="0" presId="urn:microsoft.com/office/officeart/2005/8/layout/chevron1"/>
    <dgm:cxn modelId="{A8749686-672B-4FA0-B564-C0B468FB5E53}" type="presParOf" srcId="{4D8AB206-E83B-4812-ABF9-3379641F0708}" destId="{14029A4D-9C71-4887-8E32-5380A9A65973}" srcOrd="1" destOrd="0" presId="urn:microsoft.com/office/officeart/2005/8/layout/chevron1"/>
    <dgm:cxn modelId="{733AF9D1-D969-46B0-A8F4-46B776AC66B9}" type="presParOf" srcId="{4D8AB206-E83B-4812-ABF9-3379641F0708}" destId="{4788A723-7125-48A9-8036-7072CE845B26}" srcOrd="2" destOrd="0" presId="urn:microsoft.com/office/officeart/2005/8/layout/chevron1"/>
    <dgm:cxn modelId="{9FBE1270-575B-4714-AFFA-646FB0B53A22}" type="presParOf" srcId="{4D8AB206-E83B-4812-ABF9-3379641F0708}" destId="{191452C9-E880-4EE4-9A69-3434408565CF}" srcOrd="3" destOrd="0" presId="urn:microsoft.com/office/officeart/2005/8/layout/chevron1"/>
    <dgm:cxn modelId="{3695A531-22A5-46AE-92CC-B3C8B6D690CB}" type="presParOf" srcId="{4D8AB206-E83B-4812-ABF9-3379641F0708}" destId="{8AE27C62-C4AC-421E-BD30-1C929EF1D774}" srcOrd="4" destOrd="0" presId="urn:microsoft.com/office/officeart/2005/8/layout/chevron1"/>
    <dgm:cxn modelId="{133A3D0F-5471-4F08-8DBE-898D4B0795F7}" type="presParOf" srcId="{4D8AB206-E83B-4812-ABF9-3379641F0708}" destId="{161769C2-DB57-4D83-BD79-BEC082E59F13}" srcOrd="5" destOrd="0" presId="urn:microsoft.com/office/officeart/2005/8/layout/chevron1"/>
    <dgm:cxn modelId="{F638BDD5-4586-4E6E-BDAE-4E68FB4C14FC}" type="presParOf" srcId="{4D8AB206-E83B-4812-ABF9-3379641F0708}" destId="{D63B5532-CCCD-4DC5-B5DC-277B4CC5ED5A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17BD42-C93C-4EC4-8B68-C751EA0F25A9}">
      <dsp:nvSpPr>
        <dsp:cNvPr id="0" name=""/>
        <dsp:cNvSpPr/>
      </dsp:nvSpPr>
      <dsp:spPr>
        <a:xfrm>
          <a:off x="3770" y="127654"/>
          <a:ext cx="2194718" cy="8778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 err="1"/>
            <a:t>Dataset</a:t>
          </a:r>
          <a:endParaRPr lang="es-EC" sz="1100" kern="1200" dirty="0"/>
        </a:p>
      </dsp:txBody>
      <dsp:txXfrm>
        <a:off x="442714" y="127654"/>
        <a:ext cx="1316831" cy="877887"/>
      </dsp:txXfrm>
    </dsp:sp>
    <dsp:sp modelId="{4788A723-7125-48A9-8036-7072CE845B26}">
      <dsp:nvSpPr>
        <dsp:cNvPr id="0" name=""/>
        <dsp:cNvSpPr/>
      </dsp:nvSpPr>
      <dsp:spPr>
        <a:xfrm>
          <a:off x="1979017" y="127654"/>
          <a:ext cx="2194718" cy="8778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Preprocesamiento</a:t>
          </a:r>
          <a:endParaRPr lang="es-EC" sz="1100" kern="1200" dirty="0"/>
        </a:p>
      </dsp:txBody>
      <dsp:txXfrm>
        <a:off x="2417961" y="127654"/>
        <a:ext cx="1316831" cy="877887"/>
      </dsp:txXfrm>
    </dsp:sp>
    <dsp:sp modelId="{8AE27C62-C4AC-421E-BD30-1C929EF1D774}">
      <dsp:nvSpPr>
        <dsp:cNvPr id="0" name=""/>
        <dsp:cNvSpPr/>
      </dsp:nvSpPr>
      <dsp:spPr>
        <a:xfrm>
          <a:off x="3954264" y="127654"/>
          <a:ext cx="2194718" cy="8778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Random Forest</a:t>
          </a:r>
          <a:endParaRPr lang="es-EC" sz="1100" kern="1200" dirty="0"/>
        </a:p>
      </dsp:txBody>
      <dsp:txXfrm>
        <a:off x="4393208" y="127654"/>
        <a:ext cx="1316831" cy="877887"/>
      </dsp:txXfrm>
    </dsp:sp>
    <dsp:sp modelId="{D63B5532-CCCD-4DC5-B5DC-277B4CC5ED5A}">
      <dsp:nvSpPr>
        <dsp:cNvPr id="0" name=""/>
        <dsp:cNvSpPr/>
      </dsp:nvSpPr>
      <dsp:spPr>
        <a:xfrm>
          <a:off x="5929510" y="127654"/>
          <a:ext cx="2194718" cy="8778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Predicción</a:t>
          </a:r>
          <a:endParaRPr lang="es-EC" sz="1100" kern="1200" dirty="0"/>
        </a:p>
      </dsp:txBody>
      <dsp:txXfrm>
        <a:off x="6368454" y="127654"/>
        <a:ext cx="1316831" cy="8778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73EDD3B8-5E68-48E9-AAB1-5DE570C28E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A897E35-4312-4077-83D3-69953080BC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6DAC6D3-CBD9-4093-ACF2-8A12DA24A989}" type="datetime1">
              <a:rPr lang="es-ES" smtClean="0"/>
              <a:t>21/05/2026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5853C52-2B92-4B9E-86F4-DB78684BEC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D20E0EA4-BAD2-4335-9446-CA4CCFEC14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D65BC62-3B36-43F8-8B69-D6E5E743DA3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65184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B7CF384-A5AD-45CE-8435-F14E9527E3A8}" type="datetime1">
              <a:rPr lang="es-ES" noProof="0" smtClean="0"/>
              <a:t>21/05/2026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6AEB063-7F11-4E3B-BA52-07405B1C2D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8629302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6AEB063-7F11-4E3B-BA52-07405B1C2D9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5455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6AEB063-7F11-4E3B-BA52-07405B1C2D95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2401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6AEB063-7F11-4E3B-BA52-07405B1C2D9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0541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C5CC5-EC75-7372-6ED7-546DC072C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12E1D5-5101-DD07-EB68-998CD15C4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AAB63A4-335C-E87D-B5FE-DC2BA7B6D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E97504-8C9C-389C-C18E-7FB99CD9F9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6AEB063-7F11-4E3B-BA52-07405B1C2D95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0974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687AF-FFDD-5C37-AE31-78CDBD00F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89C9A6A-806F-ED9A-0E2A-AEFC3A94A4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4B31FF9-CF80-07FE-FBE7-8CA66C435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2CC799-DDEE-EB26-F6F8-5D32E99C6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6AEB063-7F11-4E3B-BA52-07405B1C2D95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2556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6A727-87FC-EE1B-E044-5CEA822B0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B5D8EB3-F6C0-FAD0-1242-E14809C3A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4171D78-A557-2E66-4506-793268377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D45BD3-EC46-E0D0-DB18-F009A66904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6AEB063-7F11-4E3B-BA52-07405B1C2D95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5432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05ACB-E5EE-BC79-F97C-4272FB754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A35B5B3-1C99-5E10-D72D-5B77B3049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31B6751-53A7-A099-2486-D6B88834B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553F490-5E63-20AC-93E6-4B6C2DB4DD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6AEB063-7F11-4E3B-BA52-07405B1C2D95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73933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7634D-C3DF-41A3-2F82-96358F17F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4B3437-E533-4702-7ECF-63CDE688A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E89837B-48BB-A4E9-2122-749445B58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AC5BEF-3013-4CA1-0CDA-2C8E04C057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6AEB063-7F11-4E3B-BA52-07405B1C2D95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09396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CA910-66A6-0A77-7574-5C7A71481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138903D-851D-0B25-8914-B2440A25A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E3375F6-1CFF-F6EC-50E2-744279853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F2A33EB-22D6-5330-5B60-6D6A50457E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6AEB063-7F11-4E3B-BA52-07405B1C2D95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5369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381388F-6D01-4763-9497-2C5F78AF5477}"/>
              </a:ext>
            </a:extLst>
          </p:cNvPr>
          <p:cNvSpPr/>
          <p:nvPr userDrawn="1"/>
        </p:nvSpPr>
        <p:spPr>
          <a:xfrm>
            <a:off x="0" y="4818185"/>
            <a:ext cx="12192000" cy="2039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Forma libre 6"/>
          <p:cNvSpPr/>
          <p:nvPr/>
        </p:nvSpPr>
        <p:spPr bwMode="ltGray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 rtlCol="0"/>
          <a:lstStyle>
            <a:lvl1pPr algn="ctr">
              <a:defRPr sz="54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810001" y="5280847"/>
            <a:ext cx="10572000" cy="434974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AEAB7B-E6F9-4422-A438-2E4071AEDF32}" type="datetime1">
              <a:rPr lang="es-ES" noProof="0" smtClean="0"/>
              <a:t>21/05/2026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74326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bre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87415" y="2222287"/>
            <a:ext cx="5194583" cy="3638764"/>
          </a:xfrm>
          <a:noFill/>
          <a:ln w="25400">
            <a:gradFill>
              <a:gsLst>
                <a:gs pos="50000">
                  <a:schemeClr val="bg2"/>
                </a:gs>
                <a:gs pos="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2A4059F8-A688-4FFE-AA79-3B6D811FA98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222287"/>
            <a:ext cx="5181600" cy="3638764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C3AB4A3-AE75-4D00-9BE1-AF3996C6B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D6D300-52EA-41C5-9D55-44B950D4BB30}" type="datetime1">
              <a:rPr lang="es-ES" noProof="0" smtClean="0"/>
              <a:t>21/05/2026</a:t>
            </a:fld>
            <a:endParaRPr lang="es-ES" noProof="0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9471F3C4-BAAF-4391-B574-8E340EDA3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FB8DD71F-FEC6-4AB5-974A-FD2B82A7B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6491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contenido de secció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a libre 7"/>
          <p:cNvSpPr/>
          <p:nvPr/>
        </p:nvSpPr>
        <p:spPr bwMode="ltGray">
          <a:xfrm>
            <a:off x="0" y="1"/>
            <a:ext cx="12192000" cy="6251330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1514" y="451513"/>
            <a:ext cx="11288972" cy="5149187"/>
          </a:xfrm>
        </p:spPr>
        <p:txBody>
          <a:bodyPr rtlCol="0" anchor="ctr" anchorCtr="0"/>
          <a:lstStyle>
            <a:lvl1pPr algn="ctr">
              <a:defRPr sz="4800" b="0" cap="none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740B6DF-7478-4740-A710-DA5E9EBA7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23C61D-72BC-4EDD-9458-71D395860092}" type="datetime1">
              <a:rPr lang="es-ES" noProof="0" smtClean="0"/>
              <a:t>21/05/2026</a:t>
            </a:fld>
            <a:endParaRPr lang="es-ES" noProof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42D89951-67E9-4086-AED0-C236A00A5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38553809-8746-49E3-BCB5-0A9FF406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73193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bre 6"/>
          <p:cNvSpPr/>
          <p:nvPr/>
        </p:nvSpPr>
        <p:spPr bwMode="ltGray">
          <a:xfrm flipH="1">
            <a:off x="12699" y="0"/>
            <a:ext cx="6004585" cy="2041975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81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1514" y="375313"/>
            <a:ext cx="5114017" cy="1139895"/>
          </a:xfrm>
        </p:spPr>
        <p:txBody>
          <a:bodyPr rtlCol="0"/>
          <a:lstStyle>
            <a:lvl1pPr algn="l">
              <a:defRPr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451514" y="2222287"/>
            <a:ext cx="5553071" cy="3638763"/>
          </a:xfrm>
          <a:ln w="25400">
            <a:gradFill>
              <a:gsLst>
                <a:gs pos="0">
                  <a:schemeClr val="bg2"/>
                </a:gs>
                <a:gs pos="50000">
                  <a:srgbClr val="4A3030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9" name="Marcador de contenido 9">
            <a:extLst>
              <a:ext uri="{FF2B5EF4-FFF2-40B4-BE49-F238E27FC236}">
                <a16:creationId xmlns:a16="http://schemas.microsoft.com/office/drawing/2014/main" id="{C95D556F-51D2-4EF4-B60F-D319BF23288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56099" y="375312"/>
            <a:ext cx="5186363" cy="5485737"/>
          </a:xfrm>
        </p:spPr>
        <p:txBody>
          <a:bodyPr rtlCol="0" anchor="t" anchorCtr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3F86C4-C3A0-4CA8-8809-1D90DE9E4D4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86658110-F671-41DB-9A71-89FB238DCBEA}" type="datetime1">
              <a:rPr lang="es-ES" noProof="0" smtClean="0"/>
              <a:t>21/05/2026</a:t>
            </a:fld>
            <a:endParaRPr lang="es-ES" noProof="0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EDD26EA8-C9F2-49A7-8F7B-A782D30B82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241DD2E8-07A6-430F-A2FB-E2746C9352D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54464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bre 6"/>
          <p:cNvSpPr/>
          <p:nvPr/>
        </p:nvSpPr>
        <p:spPr bwMode="ltGray">
          <a:xfrm flipH="1">
            <a:off x="6187414" y="0"/>
            <a:ext cx="6004583" cy="2041975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27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632696" y="359551"/>
            <a:ext cx="5114017" cy="1139895"/>
          </a:xfrm>
        </p:spPr>
        <p:txBody>
          <a:bodyPr rtlCol="0"/>
          <a:lstStyle>
            <a:lvl1pPr algn="l">
              <a:defRPr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451514" y="451513"/>
            <a:ext cx="5553071" cy="5409537"/>
          </a:xfrm>
        </p:spPr>
        <p:txBody>
          <a:bodyPr rtlCol="0" anchor="t" anchorCtr="0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354563" y="2222287"/>
            <a:ext cx="5553071" cy="3638764"/>
          </a:xfrm>
          <a:ln>
            <a:gradFill>
              <a:gsLst>
                <a:gs pos="0">
                  <a:schemeClr val="bg2"/>
                </a:gs>
                <a:gs pos="5000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9" name="Marcador de fecha 8">
            <a:extLst>
              <a:ext uri="{FF2B5EF4-FFF2-40B4-BE49-F238E27FC236}">
                <a16:creationId xmlns:a16="http://schemas.microsoft.com/office/drawing/2014/main" id="{82940641-87D1-48C5-879E-8A5FBA537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A16780-EC07-4193-A0B7-8B9C634C5917}" type="datetime1">
              <a:rPr lang="es-ES" noProof="0" smtClean="0"/>
              <a:t>21/05/2026</a:t>
            </a:fld>
            <a:endParaRPr lang="es-ES" noProof="0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DBFA68A8-3A7A-430B-9A66-482C28DC5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96C17F98-4E3F-4327-8CCF-D13C3371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703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13">
            <a:extLst>
              <a:ext uri="{FF2B5EF4-FFF2-40B4-BE49-F238E27FC236}">
                <a16:creationId xmlns:a16="http://schemas.microsoft.com/office/drawing/2014/main" id="{B2B99B50-4971-48A5-8202-4CC55C7F97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0"/>
            <a:ext cx="6096000" cy="6857999"/>
          </a:xfrm>
          <a:custGeom>
            <a:avLst/>
            <a:gdLst>
              <a:gd name="connsiteX0" fmla="*/ 404916 w 6526400"/>
              <a:gd name="connsiteY0" fmla="*/ 0 h 6857999"/>
              <a:gd name="connsiteX1" fmla="*/ 1425163 w 6526400"/>
              <a:gd name="connsiteY1" fmla="*/ 0 h 6857999"/>
              <a:gd name="connsiteX2" fmla="*/ 2955534 w 6526400"/>
              <a:gd name="connsiteY2" fmla="*/ 0 h 6857999"/>
              <a:gd name="connsiteX3" fmla="*/ 6526400 w 6526400"/>
              <a:gd name="connsiteY3" fmla="*/ 0 h 6857999"/>
              <a:gd name="connsiteX4" fmla="*/ 6526400 w 6526400"/>
              <a:gd name="connsiteY4" fmla="*/ 6857999 h 6857999"/>
              <a:gd name="connsiteX5" fmla="*/ 404916 w 6526400"/>
              <a:gd name="connsiteY5" fmla="*/ 6857999 h 6857999"/>
              <a:gd name="connsiteX6" fmla="*/ 377830 w 6526400"/>
              <a:gd name="connsiteY6" fmla="*/ 2463800 h 6857999"/>
              <a:gd name="connsiteX7" fmla="*/ 0 w 6526400"/>
              <a:gd name="connsiteY7" fmla="*/ 2203407 h 6857999"/>
              <a:gd name="connsiteX8" fmla="*/ 391373 w 6526400"/>
              <a:gd name="connsiteY8" fmla="*/ 1854200 h 6857999"/>
              <a:gd name="connsiteX9" fmla="*/ 404916 w 6526400"/>
              <a:gd name="connsiteY9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26400" h="6857999">
                <a:moveTo>
                  <a:pt x="404916" y="0"/>
                </a:moveTo>
                <a:lnTo>
                  <a:pt x="1425163" y="0"/>
                </a:lnTo>
                <a:lnTo>
                  <a:pt x="2955534" y="0"/>
                </a:lnTo>
                <a:lnTo>
                  <a:pt x="6526400" y="0"/>
                </a:lnTo>
                <a:lnTo>
                  <a:pt x="6526400" y="6857999"/>
                </a:lnTo>
                <a:lnTo>
                  <a:pt x="404916" y="6857999"/>
                </a:lnTo>
                <a:lnTo>
                  <a:pt x="377830" y="2463800"/>
                </a:lnTo>
                <a:lnTo>
                  <a:pt x="0" y="2203407"/>
                </a:lnTo>
                <a:lnTo>
                  <a:pt x="391373" y="1854200"/>
                </a:lnTo>
                <a:cubicBezTo>
                  <a:pt x="395887" y="1282700"/>
                  <a:pt x="400402" y="571500"/>
                  <a:pt x="404916" y="0"/>
                </a:cubicBezTo>
                <a:close/>
              </a:path>
            </a:pathLst>
          </a:custGeom>
          <a:ln/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90396" y="311813"/>
            <a:ext cx="5334448" cy="1453488"/>
          </a:xfrm>
          <a:effectLst/>
        </p:spPr>
        <p:txBody>
          <a:bodyPr rtlCol="0" anchor="b">
            <a:normAutofit/>
          </a:bodyPr>
          <a:lstStyle>
            <a:lvl1pPr algn="l">
              <a:defRPr sz="4000" b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2" name="Marcador de texto 3">
            <a:extLst>
              <a:ext uri="{FF2B5EF4-FFF2-40B4-BE49-F238E27FC236}">
                <a16:creationId xmlns:a16="http://schemas.microsoft.com/office/drawing/2014/main" id="{EB4FB892-38DF-40F9-B034-BC1E61FC6BF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90396" y="2057400"/>
            <a:ext cx="5334448" cy="3811588"/>
          </a:xfrm>
        </p:spPr>
        <p:txBody>
          <a:bodyPr rtlCol="0" anchor="t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829ED24-3C5F-4326-A304-DBDBA6CE7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701FF8-D49B-4CFB-997D-DF23AD6F99CE}" type="datetime1">
              <a:rPr lang="es-ES" noProof="0" smtClean="0"/>
              <a:t>21/05/2026</a:t>
            </a:fld>
            <a:endParaRPr lang="es-ES" noProof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F532AEE-3AAE-4FBF-969F-8A364CE8A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6717C1A8-7DBE-4E24-BCA1-D820D780B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97305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bre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810001" y="2222287"/>
            <a:ext cx="10571998" cy="3638764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0466CE2-DFEE-46B8-AFB2-817272E3B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ED49E0-4367-45F3-89AF-A0AB892FB1D9}" type="datetime1">
              <a:rPr lang="es-ES" noProof="0" smtClean="0"/>
              <a:t>21/05/2026</a:t>
            </a:fld>
            <a:endParaRPr lang="es-ES" noProof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27E9A94A-136A-4208-8F98-012BDAC1A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81459C8B-DA0F-4808-A642-40471D1D2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37688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panorámica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0000" y="4489884"/>
            <a:ext cx="10561418" cy="1426004"/>
          </a:xfrm>
        </p:spPr>
        <p:txBody>
          <a:bodyPr rtlCol="0" anchor="ctr" anchorCtr="0">
            <a:normAutofit/>
          </a:bodyPr>
          <a:lstStyle>
            <a:lvl1pPr algn="ctr">
              <a:defRPr sz="4000" b="0">
                <a:ln>
                  <a:noFill/>
                </a:ln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EC1FEB3F-0898-4AE0-B8C4-970BF80A37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ltGray">
          <a:xfrm>
            <a:off x="-5291" y="-57584"/>
            <a:ext cx="12192000" cy="4851400"/>
          </a:xfrm>
          <a:custGeom>
            <a:avLst/>
            <a:gdLst>
              <a:gd name="connsiteX0" fmla="*/ 0 w 10561638"/>
              <a:gd name="connsiteY0" fmla="*/ 0 h 3937000"/>
              <a:gd name="connsiteX1" fmla="*/ 1760273 w 10561638"/>
              <a:gd name="connsiteY1" fmla="*/ 0 h 3937000"/>
              <a:gd name="connsiteX2" fmla="*/ 1760273 w 10561638"/>
              <a:gd name="connsiteY2" fmla="*/ 0 h 3937000"/>
              <a:gd name="connsiteX3" fmla="*/ 4400683 w 10561638"/>
              <a:gd name="connsiteY3" fmla="*/ 0 h 3937000"/>
              <a:gd name="connsiteX4" fmla="*/ 10561638 w 10561638"/>
              <a:gd name="connsiteY4" fmla="*/ 0 h 3937000"/>
              <a:gd name="connsiteX5" fmla="*/ 10561638 w 10561638"/>
              <a:gd name="connsiteY5" fmla="*/ 2296583 h 3937000"/>
              <a:gd name="connsiteX6" fmla="*/ 10561638 w 10561638"/>
              <a:gd name="connsiteY6" fmla="*/ 2296583 h 3937000"/>
              <a:gd name="connsiteX7" fmla="*/ 10561638 w 10561638"/>
              <a:gd name="connsiteY7" fmla="*/ 3280833 h 3937000"/>
              <a:gd name="connsiteX8" fmla="*/ 10561638 w 10561638"/>
              <a:gd name="connsiteY8" fmla="*/ 3937000 h 3937000"/>
              <a:gd name="connsiteX9" fmla="*/ 4400683 w 10561638"/>
              <a:gd name="connsiteY9" fmla="*/ 3937000 h 3937000"/>
              <a:gd name="connsiteX10" fmla="*/ 2077263 w 10561638"/>
              <a:gd name="connsiteY10" fmla="*/ 4251330 h 3937000"/>
              <a:gd name="connsiteX11" fmla="*/ 1760273 w 10561638"/>
              <a:gd name="connsiteY11" fmla="*/ 3937000 h 3937000"/>
              <a:gd name="connsiteX12" fmla="*/ 0 w 10561638"/>
              <a:gd name="connsiteY12" fmla="*/ 3937000 h 3937000"/>
              <a:gd name="connsiteX13" fmla="*/ 0 w 10561638"/>
              <a:gd name="connsiteY13" fmla="*/ 3280833 h 3937000"/>
              <a:gd name="connsiteX14" fmla="*/ 0 w 10561638"/>
              <a:gd name="connsiteY14" fmla="*/ 2296583 h 3937000"/>
              <a:gd name="connsiteX15" fmla="*/ 0 w 10561638"/>
              <a:gd name="connsiteY15" fmla="*/ 2296583 h 3937000"/>
              <a:gd name="connsiteX16" fmla="*/ 0 w 10561638"/>
              <a:gd name="connsiteY16" fmla="*/ 0 h 393700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482983 w 10561638"/>
              <a:gd name="connsiteY9" fmla="*/ 39751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878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624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243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561638" h="4251330">
                <a:moveTo>
                  <a:pt x="0" y="0"/>
                </a:moveTo>
                <a:lnTo>
                  <a:pt x="1760273" y="0"/>
                </a:lnTo>
                <a:lnTo>
                  <a:pt x="1760273" y="0"/>
                </a:lnTo>
                <a:lnTo>
                  <a:pt x="4400683" y="0"/>
                </a:lnTo>
                <a:lnTo>
                  <a:pt x="10561638" y="0"/>
                </a:lnTo>
                <a:lnTo>
                  <a:pt x="10561638" y="2296583"/>
                </a:lnTo>
                <a:lnTo>
                  <a:pt x="10561638" y="2296583"/>
                </a:lnTo>
                <a:lnTo>
                  <a:pt x="10561638" y="3280833"/>
                </a:lnTo>
                <a:lnTo>
                  <a:pt x="10561638" y="3937000"/>
                </a:lnTo>
                <a:lnTo>
                  <a:pt x="2343283" y="3924300"/>
                </a:lnTo>
                <a:lnTo>
                  <a:pt x="2077263" y="4251330"/>
                </a:lnTo>
                <a:lnTo>
                  <a:pt x="1760273" y="3937000"/>
                </a:lnTo>
                <a:lnTo>
                  <a:pt x="0" y="3937000"/>
                </a:lnTo>
                <a:lnTo>
                  <a:pt x="0" y="3280833"/>
                </a:lnTo>
                <a:lnTo>
                  <a:pt x="0" y="2296583"/>
                </a:lnTo>
                <a:lnTo>
                  <a:pt x="0" y="22965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1FE71A4-2AD7-44A1-9075-3AB1A226C1C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fld id="{DAC8E451-8F0D-4243-9BCB-F9C29FEF97FB}" type="datetime1">
              <a:rPr lang="es-ES" noProof="0" smtClean="0"/>
              <a:t>21/05/2026</a:t>
            </a:fld>
            <a:endParaRPr lang="es-ES" noProof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F5F74D3-28C0-4AA1-8508-75D32DA3C2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77D83112-B341-46D2-8B30-46DBC3DAE35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31117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bre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 rtlCol="0" anchor="ctr" anchorCtr="0"/>
          <a:lstStyle>
            <a:lvl1pPr>
              <a:defRPr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818712" y="2222287"/>
            <a:ext cx="10554574" cy="3636511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913A633-0BBE-491F-94FD-A319FC7D2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904AF0A-3AF9-49F1-BA72-97A8E09ABF33}" type="datetime1">
              <a:rPr lang="es-ES" noProof="0" smtClean="0"/>
              <a:t>21/05/2026</a:t>
            </a:fld>
            <a:endParaRPr lang="es-ES" noProof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916FEDE-3F7F-4F2C-A341-BDA56AA7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1EE25F-3E3B-45D3-B259-498E69BF2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40281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la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a libre 7"/>
          <p:cNvSpPr/>
          <p:nvPr/>
        </p:nvSpPr>
        <p:spPr bwMode="ltGray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0000" y="606669"/>
            <a:ext cx="10561418" cy="3813527"/>
          </a:xfrm>
        </p:spPr>
        <p:txBody>
          <a:bodyPr rtlCol="0" anchor="ctr" anchorCtr="0"/>
          <a:lstStyle>
            <a:lvl1pPr algn="ctr">
              <a:defRPr sz="4800" b="0" cap="none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10000" y="5281201"/>
            <a:ext cx="10561418" cy="433955"/>
          </a:xfrm>
        </p:spPr>
        <p:txBody>
          <a:bodyPr rtlCol="0" anchor="ctr" anchorCtr="0">
            <a:no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4F5D18E-4241-429D-BEDB-6A7415C52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CF8050-D9B5-4CA7-9061-E0949EF45D2D}" type="datetime1">
              <a:rPr lang="es-ES" noProof="0" smtClean="0"/>
              <a:t>21/05/2026</a:t>
            </a:fld>
            <a:endParaRPr lang="es-ES" noProof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F5CFD55-6AD5-4B7E-AC33-483174EF1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14D43F5-DCFF-4B29-AC19-0BF28605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57640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a libre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14728" y="2174875"/>
            <a:ext cx="5189857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814729" y="2751138"/>
            <a:ext cx="5189856" cy="3109913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87415" y="2174875"/>
            <a:ext cx="5194583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187415" y="2751138"/>
            <a:ext cx="5194583" cy="3109913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1" name="Marcador de fecha 10">
            <a:extLst>
              <a:ext uri="{FF2B5EF4-FFF2-40B4-BE49-F238E27FC236}">
                <a16:creationId xmlns:a16="http://schemas.microsoft.com/office/drawing/2014/main" id="{B3473E37-6504-470F-92FA-792C3ACA4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ECA3B6-4A2A-4A99-9E95-BC8EA8654457}" type="datetime1">
              <a:rPr lang="es-ES" noProof="0" smtClean="0"/>
              <a:t>21/05/2026</a:t>
            </a:fld>
            <a:endParaRPr lang="es-ES" noProof="0"/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7523DE74-18E2-4EF3-A1FC-8A32CCFE2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51B4AF82-5505-4A7E-AA81-139F21451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550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3AF03C3-E3F3-4845-8D9E-9BD2A6767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9BDD705-EE32-4D72-AA0A-3DFA22B87416}" type="datetime1">
              <a:rPr lang="es-ES" noProof="0" smtClean="0"/>
              <a:t>21/05/2026</a:t>
            </a:fld>
            <a:endParaRPr lang="es-ES" noProof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B9C7230-29FF-42F2-A662-1BC1D19C5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9EBD02D-5A68-4A14-892F-DE4953F2E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8981268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76D14D8-4D13-4DFE-938B-B710F891B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8D43FF9-1FDC-4FDF-B4FB-CA915895770E}" type="datetime1">
              <a:rPr lang="es-ES" noProof="0" smtClean="0"/>
              <a:t>21/05/2026</a:t>
            </a:fld>
            <a:endParaRPr lang="es-E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64B8A5-6021-4208-A587-B45576E66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C96ABC-E632-4853-B7CC-A2FB4B7C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40365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bre 6"/>
          <p:cNvSpPr>
            <a:spLocks noChangeAspect="1"/>
          </p:cNvSpPr>
          <p:nvPr/>
        </p:nvSpPr>
        <p:spPr bwMode="ltGray">
          <a:xfrm>
            <a:off x="1073151" y="446087"/>
            <a:ext cx="3547533" cy="2838449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2576512"/>
          </a:xfrm>
        </p:spPr>
        <p:txBody>
          <a:bodyPr rtlCol="0" anchor="ctr" anchorCtr="0"/>
          <a:lstStyle>
            <a:lvl1pPr algn="l">
              <a:defRPr sz="40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855633" y="446088"/>
            <a:ext cx="6252633" cy="5414963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073151" y="3022600"/>
            <a:ext cx="3547533" cy="2838449"/>
          </a:xfrm>
        </p:spPr>
        <p:txBody>
          <a:bodyPr rtlCol="0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BF97433-9C09-4B71-A1E0-24F75011D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2A648A3-3014-4E79-9B72-A0D270E334FA}" type="datetime1">
              <a:rPr lang="es-ES" noProof="0" smtClean="0"/>
              <a:t>21/05/2026</a:t>
            </a:fld>
            <a:endParaRPr lang="es-ES" noProof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46EDA271-FE91-46E6-ABB5-0A3AD2448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C44DCFF3-B944-4C24-A12C-689D1FF79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1056117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bre 6"/>
          <p:cNvSpPr>
            <a:spLocks noChangeAspect="1"/>
          </p:cNvSpPr>
          <p:nvPr/>
        </p:nvSpPr>
        <p:spPr bwMode="ltGray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rtlCol="0" anchor="ctr" anchorCtr="0"/>
          <a:lstStyle>
            <a:lvl1pPr algn="l">
              <a:defRPr sz="4000" b="0" cap="none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53190" y="4443680"/>
            <a:ext cx="5891636" cy="713241"/>
          </a:xfrm>
        </p:spPr>
        <p:txBody>
          <a:bodyPr rtlCol="0"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9" name="Marcador de texto 5"/>
          <p:cNvSpPr>
            <a:spLocks noGrp="1"/>
          </p:cNvSpPr>
          <p:nvPr>
            <p:ph type="body" sz="quarter" idx="16" hasCustomPrompt="1"/>
          </p:nvPr>
        </p:nvSpPr>
        <p:spPr>
          <a:xfrm>
            <a:off x="7574642" y="1081456"/>
            <a:ext cx="3810001" cy="4075465"/>
          </a:xfrm>
        </p:spPr>
        <p:txBody>
          <a:bodyPr rtlCol="0" anchor="t" anchorCtr="0">
            <a:normAutofit/>
          </a:bodyPr>
          <a:lstStyle>
            <a:lvl1pPr marL="0" indent="0" algn="l">
              <a:buFontTx/>
              <a:buNone/>
              <a:defRPr sz="2800"/>
            </a:lvl1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964F81E-11BA-4BB3-AC2C-0A729DC676E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 rtlCol="0"/>
          <a:lstStyle/>
          <a:p>
            <a:pPr rtl="0"/>
            <a:fld id="{8F2636EF-ACE9-4CE0-BBE7-61EEDEF2D8A4}" type="datetime1">
              <a:rPr lang="es-ES" noProof="0" smtClean="0"/>
              <a:t>21/05/2026</a:t>
            </a:fld>
            <a:endParaRPr lang="es-ES" noProof="0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F93A4488-E8DE-4FEB-88F9-B37F95CC838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DF909D08-1E53-42D5-954B-F61B508364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40964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rma libre 6"/>
          <p:cNvSpPr>
            <a:spLocks noChangeAspect="1"/>
          </p:cNvSpPr>
          <p:nvPr/>
        </p:nvSpPr>
        <p:spPr bwMode="ltGray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ítulo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 rtlCol="0" anchor="ctr" anchorCtr="0"/>
          <a:lstStyle>
            <a:lvl1pPr algn="l">
              <a:defRPr sz="40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16" hasCustomPrompt="1"/>
          </p:nvPr>
        </p:nvSpPr>
        <p:spPr>
          <a:xfrm>
            <a:off x="6156000" y="2286000"/>
            <a:ext cx="4880300" cy="2295525"/>
          </a:xfrm>
        </p:spPr>
        <p:txBody>
          <a:bodyPr rtlCol="0" anchor="ctr" anchorCtr="0">
            <a:normAutofit/>
          </a:bodyPr>
          <a:lstStyle>
            <a:lvl1pPr marL="0" indent="0" algn="ctr">
              <a:buFontTx/>
              <a:buNone/>
              <a:defRPr sz="2800"/>
            </a:lvl1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2142ECB-4FB1-4B01-80F3-04208C781B1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 rtlCol="0"/>
          <a:lstStyle/>
          <a:p>
            <a:pPr rtl="0"/>
            <a:fld id="{82403D32-1036-4E20-B05E-93A4B3F27179}" type="datetime1">
              <a:rPr lang="es-ES" noProof="0" smtClean="0"/>
              <a:t>21/05/2026</a:t>
            </a:fld>
            <a:endParaRPr lang="es-ES" noProof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776F215A-F354-440E-A263-A920F595083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E90FC50C-9C02-4BD6-9CBE-6880E129778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16846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bre 6"/>
          <p:cNvSpPr>
            <a:spLocks noChangeAspect="1"/>
          </p:cNvSpPr>
          <p:nvPr/>
        </p:nvSpPr>
        <p:spPr bwMode="ltGray">
          <a:xfrm>
            <a:off x="7669651" y="0"/>
            <a:ext cx="4522349" cy="5861051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ffectLst>
            <a:innerShdw blurRad="63500" dist="50800" dir="81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3754460" cy="5134798"/>
          </a:xfrm>
        </p:spPr>
        <p:txBody>
          <a:bodyPr vert="horz" rtlCol="0" anchor="ctr" anchorCtr="1"/>
          <a:lstStyle>
            <a:lvl1pPr algn="l">
              <a:defRPr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10001" y="446089"/>
            <a:ext cx="6611540" cy="5414962"/>
          </a:xfrm>
        </p:spPr>
        <p:txBody>
          <a:bodyPr vert="horz" rtlCol="0" anchor="ctr" anchorCtr="1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7128B4-F868-4384-A8AA-473DA3516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ED9500-2405-4E53-BB13-657A10319D0C}" type="datetime1">
              <a:rPr lang="es-ES" noProof="0" smtClean="0"/>
              <a:t>21/05/2026</a:t>
            </a:fld>
            <a:endParaRPr lang="es-ES" noProof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4FF940D-9281-4C2A-BA62-E5854A11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FB1454F-842C-4F51-A7E7-0335B2FB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83694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pPr rtl="0"/>
            <a:fld id="{8BD1572E-1521-478D-85F1-7F19532C7538}" type="datetime1">
              <a:rPr lang="es-ES" noProof="0" smtClean="0"/>
              <a:t>21/05/2026</a:t>
            </a:fld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9481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6" r:id="rId2"/>
    <p:sldLayoutId id="2147483687" r:id="rId3"/>
    <p:sldLayoutId id="2147483688" r:id="rId4"/>
    <p:sldLayoutId id="2147483689" r:id="rId5"/>
    <p:sldLayoutId id="2147483681" r:id="rId6"/>
    <p:sldLayoutId id="2147483690" r:id="rId7"/>
    <p:sldLayoutId id="2147483682" r:id="rId8"/>
    <p:sldLayoutId id="2147483674" r:id="rId9"/>
    <p:sldLayoutId id="2147483675" r:id="rId10"/>
    <p:sldLayoutId id="2147483677" r:id="rId11"/>
    <p:sldLayoutId id="2147483678" r:id="rId12"/>
    <p:sldLayoutId id="2147483679" r:id="rId13"/>
    <p:sldLayoutId id="2147483680" r:id="rId14"/>
    <p:sldLayoutId id="2147483683" r:id="rId15"/>
    <p:sldLayoutId id="2147483684" r:id="rId16"/>
    <p:sldLayoutId id="2147483686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grayWhite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2D37BC-7D91-4F83-845D-70080D7DD6FC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810001" y="802378"/>
            <a:ext cx="10572000" cy="2971051"/>
          </a:xfrm>
        </p:spPr>
        <p:txBody>
          <a:bodyPr rtlCol="0"/>
          <a:lstStyle/>
          <a:p>
            <a:pPr rtl="0"/>
            <a:r>
              <a:rPr lang="es-ES" dirty="0"/>
              <a:t>Técnicas XAI, Gobernanza y Mitigación de Sesgos en Machine </a:t>
            </a:r>
            <a:r>
              <a:rPr lang="es-ES" dirty="0" err="1"/>
              <a:t>Learning</a:t>
            </a:r>
            <a:endParaRPr lang="es-ES" b="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E5DACC-1D74-41AD-B036-C015472B9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770818"/>
          </a:xfrm>
        </p:spPr>
        <p:txBody>
          <a:bodyPr rtlCol="0">
            <a:normAutofit/>
          </a:bodyPr>
          <a:lstStyle/>
          <a:p>
            <a:pPr rtl="0"/>
            <a:r>
              <a:rPr lang="es-ES" sz="2400" dirty="0"/>
              <a:t>Maestría de Inteligencia Artificial – Aprendizaje Automático</a:t>
            </a:r>
          </a:p>
        </p:txBody>
      </p:sp>
    </p:spTree>
    <p:extLst>
      <p:ext uri="{BB962C8B-B14F-4D97-AF65-F5344CB8AC3E}">
        <p14:creationId xmlns:p14="http://schemas.microsoft.com/office/powerpoint/2010/main" val="161397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76B58F-1CF7-41B5-BF70-710D7AC7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Grupo 11 - Integrantes</a:t>
            </a:r>
            <a:endParaRPr lang="es-ES" sz="2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FF1311-DD92-45BA-B10F-C1A324C27B5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09625" y="2222500"/>
            <a:ext cx="5186363" cy="3638550"/>
          </a:xfrm>
        </p:spPr>
        <p:txBody>
          <a:bodyPr rtlCol="0"/>
          <a:lstStyle/>
          <a:p>
            <a:pPr rtl="0"/>
            <a:r>
              <a:rPr lang="es-ES" dirty="0"/>
              <a:t>Miguel Angel Behr López</a:t>
            </a:r>
          </a:p>
          <a:p>
            <a:pPr rtl="0"/>
            <a:r>
              <a:rPr lang="es-ES" dirty="0"/>
              <a:t>Miguel Angel Chang Aguilar</a:t>
            </a:r>
          </a:p>
          <a:p>
            <a:pPr rtl="0"/>
            <a:r>
              <a:rPr lang="es-ES" dirty="0" err="1"/>
              <a:t>Jhon</a:t>
            </a:r>
            <a:r>
              <a:rPr lang="es-ES" dirty="0"/>
              <a:t> Henry Quimi Loza</a:t>
            </a:r>
          </a:p>
          <a:p>
            <a:pPr rtl="0"/>
            <a:r>
              <a:rPr lang="es-ES" dirty="0"/>
              <a:t>Erik Ricardo Nevárez Benavidez</a:t>
            </a:r>
          </a:p>
        </p:txBody>
      </p:sp>
    </p:spTree>
    <p:extLst>
      <p:ext uri="{BB962C8B-B14F-4D97-AF65-F5344CB8AC3E}">
        <p14:creationId xmlns:p14="http://schemas.microsoft.com/office/powerpoint/2010/main" val="2131043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D597A3-CAEC-4FBF-94DF-5925729E0C97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810000" y="447188"/>
            <a:ext cx="10571998" cy="970450"/>
          </a:xfrm>
        </p:spPr>
        <p:txBody>
          <a:bodyPr rtlCol="0" anchor="ctr">
            <a:normAutofit/>
          </a:bodyPr>
          <a:lstStyle/>
          <a:p>
            <a:pPr rtl="0"/>
            <a:r>
              <a:rPr lang="es-ES" dirty="0"/>
              <a:t>Introducción y Objetivo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EF5FD3-E825-420F-8A22-D0B5F32946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083" y="2283932"/>
            <a:ext cx="11411456" cy="4574068"/>
          </a:xfrm>
        </p:spPr>
        <p:txBody>
          <a:bodyPr rtlCol="0"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s-MX" sz="1600" dirty="0"/>
              <a:t>• Implementar un modelo supervisado para predicción de aprobación estudiantil.</a:t>
            </a:r>
          </a:p>
          <a:p>
            <a:pPr marL="0" indent="0">
              <a:lnSpc>
                <a:spcPct val="90000"/>
              </a:lnSpc>
              <a:buNone/>
            </a:pPr>
            <a:endParaRPr lang="es-MX" sz="1600" dirty="0"/>
          </a:p>
          <a:p>
            <a:pPr marL="0" indent="0">
              <a:lnSpc>
                <a:spcPct val="90000"/>
              </a:lnSpc>
              <a:buNone/>
            </a:pPr>
            <a:r>
              <a:rPr lang="es-MX" sz="1600" dirty="0"/>
              <a:t>• Aplicar técnicas de </a:t>
            </a:r>
            <a:r>
              <a:rPr lang="es-MX" sz="1600" dirty="0" err="1"/>
              <a:t>explicabilidad</a:t>
            </a:r>
            <a:r>
              <a:rPr lang="es-MX" sz="1600" dirty="0"/>
              <a:t> (SHAP y LIME) para comprender cómo el modelo toma decisiones.</a:t>
            </a:r>
          </a:p>
          <a:p>
            <a:pPr marL="0" indent="0">
              <a:lnSpc>
                <a:spcPct val="90000"/>
              </a:lnSpc>
              <a:buNone/>
            </a:pPr>
            <a:endParaRPr lang="es-MX" sz="1600" dirty="0"/>
          </a:p>
          <a:p>
            <a:pPr marL="0" indent="0">
              <a:lnSpc>
                <a:spcPct val="90000"/>
              </a:lnSpc>
              <a:buNone/>
            </a:pPr>
            <a:r>
              <a:rPr lang="es-MX" sz="1600" dirty="0"/>
              <a:t>• Evaluar posibles sesgos utilizando métricas de equidad con </a:t>
            </a:r>
            <a:r>
              <a:rPr lang="es-MX" sz="1600" dirty="0" err="1"/>
              <a:t>Fairlearn</a:t>
            </a:r>
            <a:r>
              <a:rPr lang="es-MX" sz="1600" dirty="0"/>
              <a:t>.</a:t>
            </a:r>
          </a:p>
          <a:p>
            <a:pPr marL="0" indent="0">
              <a:lnSpc>
                <a:spcPct val="90000"/>
              </a:lnSpc>
              <a:buNone/>
            </a:pPr>
            <a:endParaRPr lang="es-MX" sz="1600" dirty="0"/>
          </a:p>
          <a:p>
            <a:pPr marL="0" indent="0">
              <a:lnSpc>
                <a:spcPct val="90000"/>
              </a:lnSpc>
              <a:buNone/>
            </a:pPr>
            <a:r>
              <a:rPr lang="es-MX" sz="1600" dirty="0"/>
              <a:t>• Analizar riesgos éticos y la importancia de la transparencia en sistemas de Machine </a:t>
            </a:r>
            <a:r>
              <a:rPr lang="es-MX" sz="1600" dirty="0" err="1"/>
              <a:t>Learning</a:t>
            </a:r>
            <a:r>
              <a:rPr lang="es-MX" sz="1600" dirty="0"/>
              <a:t>.</a:t>
            </a:r>
          </a:p>
          <a:p>
            <a:pPr marL="0" indent="0">
              <a:lnSpc>
                <a:spcPct val="90000"/>
              </a:lnSpc>
              <a:buNone/>
            </a:pPr>
            <a:endParaRPr lang="es-MX" sz="1600" dirty="0"/>
          </a:p>
          <a:p>
            <a:pPr marL="0" indent="0">
              <a:lnSpc>
                <a:spcPct val="90000"/>
              </a:lnSpc>
              <a:buNone/>
            </a:pPr>
            <a:r>
              <a:rPr lang="es-ES" sz="1600" dirty="0" err="1"/>
              <a:t>Dataset</a:t>
            </a:r>
            <a:r>
              <a:rPr lang="es-ES" sz="1600" dirty="0"/>
              <a:t> utilizado: student_performance.csv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sz="1600" dirty="0"/>
              <a:t>Modelo utilizado: Random Forest </a:t>
            </a:r>
            <a:r>
              <a:rPr lang="es-ES" sz="1600" dirty="0" err="1"/>
              <a:t>Classifier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1729462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1C0B7-B101-ADCE-13F1-3822CBD9F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5A9A83-2047-59E9-F8A2-F600F2514919}"/>
              </a:ext>
            </a:extLst>
          </p:cNvPr>
          <p:cNvSpPr>
            <a:spLocks noGrp="1"/>
          </p:cNvSpPr>
          <p:nvPr>
            <p:ph type="title"/>
          </p:nvPr>
        </p:nvSpPr>
        <p:spPr bwMode="white"/>
        <p:txBody>
          <a:bodyPr rtlCol="0"/>
          <a:lstStyle/>
          <a:p>
            <a:pPr rtl="0"/>
            <a:r>
              <a:rPr lang="es-ES" dirty="0" err="1"/>
              <a:t>Dataset</a:t>
            </a:r>
            <a:r>
              <a:rPr lang="es-ES" dirty="0"/>
              <a:t> y Modelo Utilizado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3A9E6E-94F6-0CAD-7F22-CDBC3E25B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0000" y="2224815"/>
            <a:ext cx="5285999" cy="3499989"/>
          </a:xfrm>
        </p:spPr>
        <p:txBody>
          <a:bodyPr rtlCol="0">
            <a:normAutofit fontScale="85000" lnSpcReduction="10000"/>
          </a:bodyPr>
          <a:lstStyle/>
          <a:p>
            <a:pPr marL="0" indent="0" algn="just">
              <a:buNone/>
            </a:pPr>
            <a:r>
              <a:rPr lang="es-ES" sz="1600" dirty="0" err="1">
                <a:ea typeface="Tahoma" panose="020B0604030504040204" pitchFamily="34" charset="0"/>
                <a:cs typeface="Tahoma" panose="020B0604030504040204" pitchFamily="34" charset="0"/>
              </a:rPr>
              <a:t>Dataset</a:t>
            </a:r>
            <a:r>
              <a:rPr lang="es-ES" sz="1600" dirty="0">
                <a:ea typeface="Tahoma" panose="020B0604030504040204" pitchFamily="34" charset="0"/>
                <a:cs typeface="Tahoma" panose="020B0604030504040204" pitchFamily="34" charset="0"/>
              </a:rPr>
              <a:t>: student_performance.csv</a:t>
            </a:r>
          </a:p>
          <a:p>
            <a:pPr marL="0" indent="0" algn="just">
              <a:buNone/>
            </a:pPr>
            <a:endParaRPr lang="es-ES" sz="16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buNone/>
            </a:pPr>
            <a:r>
              <a:rPr lang="es-ES" sz="1600" dirty="0">
                <a:ea typeface="Tahoma" panose="020B0604030504040204" pitchFamily="34" charset="0"/>
                <a:cs typeface="Tahoma" panose="020B0604030504040204" pitchFamily="34" charset="0"/>
              </a:rPr>
              <a:t>• Información académica y demográfica de estudiantes</a:t>
            </a:r>
          </a:p>
          <a:p>
            <a:pPr marL="0" indent="0" algn="just">
              <a:buNone/>
            </a:pPr>
            <a:r>
              <a:rPr lang="es-ES" sz="1600" dirty="0">
                <a:ea typeface="Tahoma" panose="020B0604030504040204" pitchFamily="34" charset="0"/>
                <a:cs typeface="Tahoma" panose="020B0604030504040204" pitchFamily="34" charset="0"/>
              </a:rPr>
              <a:t>• Variables utilizadas:</a:t>
            </a:r>
          </a:p>
          <a:p>
            <a:pPr marL="0" indent="0" algn="just">
              <a:buNone/>
            </a:pPr>
            <a:r>
              <a:rPr lang="es-ES" sz="1600" dirty="0">
                <a:ea typeface="Tahoma" panose="020B0604030504040204" pitchFamily="34" charset="0"/>
                <a:cs typeface="Tahoma" panose="020B0604030504040204" pitchFamily="34" charset="0"/>
              </a:rPr>
              <a:t>   - </a:t>
            </a:r>
            <a:r>
              <a:rPr lang="es-ES" sz="1600" dirty="0" err="1">
                <a:ea typeface="Tahoma" panose="020B0604030504040204" pitchFamily="34" charset="0"/>
                <a:cs typeface="Tahoma" panose="020B0604030504040204" pitchFamily="34" charset="0"/>
              </a:rPr>
              <a:t>study_hours_per_week</a:t>
            </a:r>
            <a:endParaRPr lang="es-ES" sz="16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buNone/>
            </a:pPr>
            <a:r>
              <a:rPr lang="es-ES" sz="1600" dirty="0">
                <a:ea typeface="Tahoma" panose="020B0604030504040204" pitchFamily="34" charset="0"/>
                <a:cs typeface="Tahoma" panose="020B0604030504040204" pitchFamily="34" charset="0"/>
              </a:rPr>
              <a:t>   - </a:t>
            </a:r>
            <a:r>
              <a:rPr lang="es-ES" sz="1600" dirty="0" err="1">
                <a:ea typeface="Tahoma" panose="020B0604030504040204" pitchFamily="34" charset="0"/>
                <a:cs typeface="Tahoma" panose="020B0604030504040204" pitchFamily="34" charset="0"/>
              </a:rPr>
              <a:t>attendance_rate</a:t>
            </a:r>
            <a:endParaRPr lang="es-ES" sz="16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buNone/>
            </a:pPr>
            <a:r>
              <a:rPr lang="es-ES" sz="1600" dirty="0">
                <a:ea typeface="Tahoma" panose="020B0604030504040204" pitchFamily="34" charset="0"/>
                <a:cs typeface="Tahoma" panose="020B0604030504040204" pitchFamily="34" charset="0"/>
              </a:rPr>
              <a:t>   - </a:t>
            </a:r>
            <a:r>
              <a:rPr lang="es-ES" sz="1600" dirty="0" err="1">
                <a:ea typeface="Tahoma" panose="020B0604030504040204" pitchFamily="34" charset="0"/>
                <a:cs typeface="Tahoma" panose="020B0604030504040204" pitchFamily="34" charset="0"/>
              </a:rPr>
              <a:t>previous_score</a:t>
            </a:r>
            <a:endParaRPr lang="es-ES" sz="16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buNone/>
            </a:pPr>
            <a:r>
              <a:rPr lang="es-ES" sz="1600" dirty="0">
                <a:ea typeface="Tahoma" panose="020B0604030504040204" pitchFamily="34" charset="0"/>
                <a:cs typeface="Tahoma" panose="020B0604030504040204" pitchFamily="34" charset="0"/>
              </a:rPr>
              <a:t>   - </a:t>
            </a:r>
            <a:r>
              <a:rPr lang="es-ES" sz="1600" dirty="0" err="1">
                <a:ea typeface="Tahoma" panose="020B0604030504040204" pitchFamily="34" charset="0"/>
                <a:cs typeface="Tahoma" panose="020B0604030504040204" pitchFamily="34" charset="0"/>
              </a:rPr>
              <a:t>internet_access</a:t>
            </a:r>
            <a:endParaRPr lang="es-ES" sz="16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buNone/>
            </a:pPr>
            <a:r>
              <a:rPr lang="es-ES" sz="1600" dirty="0">
                <a:ea typeface="Tahoma" panose="020B0604030504040204" pitchFamily="34" charset="0"/>
                <a:cs typeface="Tahoma" panose="020B0604030504040204" pitchFamily="34" charset="0"/>
              </a:rPr>
              <a:t>   - </a:t>
            </a:r>
            <a:r>
              <a:rPr lang="es-ES" sz="1600" dirty="0" err="1">
                <a:ea typeface="Tahoma" panose="020B0604030504040204" pitchFamily="34" charset="0"/>
                <a:cs typeface="Tahoma" panose="020B0604030504040204" pitchFamily="34" charset="0"/>
              </a:rPr>
              <a:t>gender</a:t>
            </a:r>
            <a:endParaRPr lang="es-ES" sz="16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buNone/>
            </a:pPr>
            <a:r>
              <a:rPr lang="es-ES" sz="1600" dirty="0">
                <a:ea typeface="Tahoma" panose="020B0604030504040204" pitchFamily="34" charset="0"/>
                <a:cs typeface="Tahoma" panose="020B0604030504040204" pitchFamily="34" charset="0"/>
              </a:rPr>
              <a:t>• Variable objetivo:</a:t>
            </a:r>
          </a:p>
          <a:p>
            <a:pPr marL="0" indent="0" algn="just">
              <a:buNone/>
            </a:pPr>
            <a:r>
              <a:rPr lang="es-ES" sz="1600" dirty="0">
                <a:ea typeface="Tahoma" panose="020B0604030504040204" pitchFamily="34" charset="0"/>
                <a:cs typeface="Tahoma" panose="020B0604030504040204" pitchFamily="34" charset="0"/>
              </a:rPr>
              <a:t>   - </a:t>
            </a:r>
            <a:r>
              <a:rPr lang="es-ES" sz="1600" dirty="0" err="1">
                <a:ea typeface="Tahoma" panose="020B0604030504040204" pitchFamily="34" charset="0"/>
                <a:cs typeface="Tahoma" panose="020B0604030504040204" pitchFamily="34" charset="0"/>
              </a:rPr>
              <a:t>passed</a:t>
            </a:r>
            <a:r>
              <a:rPr lang="es-ES" sz="1600" dirty="0">
                <a:ea typeface="Tahoma" panose="020B0604030504040204" pitchFamily="34" charset="0"/>
                <a:cs typeface="Tahoma" panose="020B0604030504040204" pitchFamily="34" charset="0"/>
              </a:rPr>
              <a:t> (Aprobado / Reprobado)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D62A170-0059-5786-E59C-2E1295313F45}"/>
              </a:ext>
            </a:extLst>
          </p:cNvPr>
          <p:cNvSpPr txBox="1"/>
          <p:nvPr/>
        </p:nvSpPr>
        <p:spPr>
          <a:xfrm>
            <a:off x="6400800" y="2417059"/>
            <a:ext cx="519764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Modelo supervisado utilizado:</a:t>
            </a:r>
          </a:p>
          <a:p>
            <a:r>
              <a:rPr lang="es-MX" dirty="0"/>
              <a:t>Random Forest </a:t>
            </a:r>
            <a:r>
              <a:rPr lang="es-MX" dirty="0" err="1"/>
              <a:t>Classifier</a:t>
            </a:r>
            <a:endParaRPr lang="es-MX" dirty="0"/>
          </a:p>
          <a:p>
            <a:endParaRPr lang="es-MX" dirty="0"/>
          </a:p>
          <a:p>
            <a:r>
              <a:rPr lang="es-MX" dirty="0"/>
              <a:t>Proceso aplicado:</a:t>
            </a:r>
          </a:p>
          <a:p>
            <a:r>
              <a:rPr lang="es-MX" dirty="0"/>
              <a:t>• Codificación de variables categóricas</a:t>
            </a:r>
          </a:p>
          <a:p>
            <a:r>
              <a:rPr lang="es-MX" dirty="0"/>
              <a:t>• Escalado de datos</a:t>
            </a:r>
          </a:p>
          <a:p>
            <a:r>
              <a:rPr lang="es-MX" dirty="0"/>
              <a:t>• División Train/Test (80/20)</a:t>
            </a:r>
            <a:endParaRPr lang="es-EC" dirty="0"/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DBC641B0-0962-1D7F-14DB-61D299627F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9975391"/>
              </p:ext>
            </p:extLst>
          </p:nvPr>
        </p:nvGraphicFramePr>
        <p:xfrm>
          <a:off x="2031999" y="5724804"/>
          <a:ext cx="8128000" cy="11331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648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18D51-D857-5EAF-EA29-64A62623C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E546B5-C7E8-82DD-CE97-E0399E58C5B1}"/>
              </a:ext>
            </a:extLst>
          </p:cNvPr>
          <p:cNvSpPr>
            <a:spLocks noGrp="1"/>
          </p:cNvSpPr>
          <p:nvPr>
            <p:ph type="title"/>
          </p:nvPr>
        </p:nvSpPr>
        <p:spPr bwMode="white"/>
        <p:txBody>
          <a:bodyPr rtlCol="0"/>
          <a:lstStyle/>
          <a:p>
            <a:pPr rtl="0"/>
            <a:r>
              <a:rPr lang="es-ES" dirty="0"/>
              <a:t>Evaluación de Equidad y Sesgo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7011A55-2E61-A228-7CE0-5589AFD04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7402" y="2222286"/>
            <a:ext cx="5691876" cy="4635713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es-EC" dirty="0"/>
              <a:t>Métricas evaluadas con </a:t>
            </a:r>
            <a:r>
              <a:rPr lang="es-EC" dirty="0" err="1"/>
              <a:t>Fairlearn</a:t>
            </a:r>
            <a:r>
              <a:rPr lang="es-EC" dirty="0"/>
              <a:t>:</a:t>
            </a:r>
          </a:p>
          <a:p>
            <a:pPr marL="0" indent="0" algn="just">
              <a:buNone/>
            </a:pPr>
            <a:endParaRPr lang="es-EC" dirty="0"/>
          </a:p>
          <a:p>
            <a:pPr marL="0" indent="0" algn="just">
              <a:buNone/>
            </a:pPr>
            <a:r>
              <a:rPr lang="es-EC" dirty="0"/>
              <a:t>• </a:t>
            </a:r>
            <a:r>
              <a:rPr lang="es-EC" dirty="0" err="1"/>
              <a:t>Accuracy</a:t>
            </a:r>
            <a:r>
              <a:rPr lang="es-EC" dirty="0"/>
              <a:t> por género</a:t>
            </a:r>
          </a:p>
          <a:p>
            <a:pPr marL="0" indent="0" algn="just">
              <a:buNone/>
            </a:pPr>
            <a:r>
              <a:rPr lang="es-EC" dirty="0"/>
              <a:t>• </a:t>
            </a:r>
            <a:r>
              <a:rPr lang="es-EC" dirty="0" err="1"/>
              <a:t>Demographic</a:t>
            </a:r>
            <a:r>
              <a:rPr lang="es-EC" dirty="0"/>
              <a:t> </a:t>
            </a:r>
            <a:r>
              <a:rPr lang="es-EC" dirty="0" err="1"/>
              <a:t>Parity</a:t>
            </a:r>
            <a:r>
              <a:rPr lang="es-EC" dirty="0"/>
              <a:t> </a:t>
            </a:r>
            <a:r>
              <a:rPr lang="es-EC" dirty="0" err="1"/>
              <a:t>Difference</a:t>
            </a:r>
            <a:endParaRPr lang="es-EC" dirty="0"/>
          </a:p>
          <a:p>
            <a:pPr marL="0" indent="0" algn="just">
              <a:buNone/>
            </a:pPr>
            <a:r>
              <a:rPr lang="es-EC" dirty="0"/>
              <a:t>• </a:t>
            </a:r>
            <a:r>
              <a:rPr lang="es-EC" dirty="0" err="1"/>
              <a:t>Equalized</a:t>
            </a:r>
            <a:r>
              <a:rPr lang="es-EC" dirty="0"/>
              <a:t> </a:t>
            </a:r>
            <a:r>
              <a:rPr lang="es-EC" dirty="0" err="1"/>
              <a:t>Odds</a:t>
            </a:r>
            <a:r>
              <a:rPr lang="es-EC" dirty="0"/>
              <a:t> </a:t>
            </a:r>
            <a:r>
              <a:rPr lang="es-EC" dirty="0" err="1"/>
              <a:t>Difference</a:t>
            </a:r>
            <a:endParaRPr lang="es-EC" dirty="0"/>
          </a:p>
          <a:p>
            <a:pPr marL="0" indent="0" algn="just">
              <a:buNone/>
            </a:pPr>
            <a:endParaRPr lang="es-EC" dirty="0"/>
          </a:p>
          <a:p>
            <a:pPr marL="0" indent="0" algn="just">
              <a:buNone/>
            </a:pPr>
            <a:endParaRPr lang="es-EC" dirty="0"/>
          </a:p>
          <a:p>
            <a:pPr marL="0" indent="0" algn="just">
              <a:buNone/>
            </a:pPr>
            <a:r>
              <a:rPr lang="es-EC" dirty="0"/>
              <a:t>Resultados obtenidos:</a:t>
            </a:r>
          </a:p>
          <a:p>
            <a:pPr marL="0" indent="0" algn="just">
              <a:buNone/>
            </a:pPr>
            <a:endParaRPr lang="es-EC" dirty="0"/>
          </a:p>
          <a:p>
            <a:pPr marL="0" indent="0" algn="just">
              <a:buNone/>
            </a:pPr>
            <a:r>
              <a:rPr lang="es-EC" dirty="0"/>
              <a:t>• </a:t>
            </a:r>
            <a:r>
              <a:rPr lang="es-EC" dirty="0" err="1"/>
              <a:t>Accuracy</a:t>
            </a:r>
            <a:r>
              <a:rPr lang="es-EC" dirty="0"/>
              <a:t> Female: 89.8%</a:t>
            </a:r>
          </a:p>
          <a:p>
            <a:pPr marL="0" indent="0" algn="just">
              <a:buNone/>
            </a:pPr>
            <a:r>
              <a:rPr lang="es-EC" dirty="0"/>
              <a:t>• </a:t>
            </a:r>
            <a:r>
              <a:rPr lang="es-EC" dirty="0" err="1"/>
              <a:t>Accuracy</a:t>
            </a:r>
            <a:r>
              <a:rPr lang="es-EC" dirty="0"/>
              <a:t> Male: 80.5%</a:t>
            </a:r>
          </a:p>
          <a:p>
            <a:pPr marL="0" indent="0" algn="just">
              <a:buNone/>
            </a:pPr>
            <a:endParaRPr lang="es-EC" dirty="0"/>
          </a:p>
          <a:p>
            <a:pPr marL="0" indent="0" algn="just">
              <a:buNone/>
            </a:pPr>
            <a:r>
              <a:rPr lang="es-EC" dirty="0"/>
              <a:t>• </a:t>
            </a:r>
            <a:r>
              <a:rPr lang="es-EC" dirty="0" err="1"/>
              <a:t>Demographic</a:t>
            </a:r>
            <a:r>
              <a:rPr lang="es-EC" dirty="0"/>
              <a:t> </a:t>
            </a:r>
            <a:r>
              <a:rPr lang="es-EC" dirty="0" err="1"/>
              <a:t>Parity</a:t>
            </a:r>
            <a:r>
              <a:rPr lang="es-EC" dirty="0"/>
              <a:t> </a:t>
            </a:r>
            <a:r>
              <a:rPr lang="es-EC" dirty="0" err="1"/>
              <a:t>Difference</a:t>
            </a:r>
            <a:r>
              <a:rPr lang="es-EC" dirty="0"/>
              <a:t>: 0.007</a:t>
            </a:r>
          </a:p>
          <a:p>
            <a:pPr marL="0" indent="0" algn="just">
              <a:buNone/>
            </a:pPr>
            <a:r>
              <a:rPr lang="es-EC" dirty="0"/>
              <a:t>• </a:t>
            </a:r>
            <a:r>
              <a:rPr lang="es-EC" dirty="0" err="1"/>
              <a:t>Equalized</a:t>
            </a:r>
            <a:r>
              <a:rPr lang="es-EC" dirty="0"/>
              <a:t> </a:t>
            </a:r>
            <a:r>
              <a:rPr lang="es-EC" dirty="0" err="1"/>
              <a:t>Odds</a:t>
            </a:r>
            <a:r>
              <a:rPr lang="es-EC" dirty="0"/>
              <a:t> </a:t>
            </a:r>
            <a:r>
              <a:rPr lang="es-EC" dirty="0" err="1"/>
              <a:t>Difference</a:t>
            </a:r>
            <a:r>
              <a:rPr lang="es-EC" dirty="0"/>
              <a:t>: 0.1667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059B63B-A2A4-F13D-CAF1-24C740592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830" y="1999182"/>
            <a:ext cx="4670219" cy="374663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35C3960-F509-5480-3BB9-942D829F2DF9}"/>
              </a:ext>
            </a:extLst>
          </p:cNvPr>
          <p:cNvSpPr txBox="1"/>
          <p:nvPr/>
        </p:nvSpPr>
        <p:spPr>
          <a:xfrm>
            <a:off x="5149516" y="5657670"/>
            <a:ext cx="6870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Conclusión:</a:t>
            </a:r>
          </a:p>
          <a:p>
            <a:r>
              <a:rPr lang="es-MX" dirty="0"/>
              <a:t>El modelo no presentó un sesgo severo en la asignación de aprobados, aunque se identificaron pequeñas diferencias entre grupos.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601328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25ED4-E997-44FB-2EAA-4DBE50570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A92672-E446-FDE8-9BFC-0BCD415A3487}"/>
              </a:ext>
            </a:extLst>
          </p:cNvPr>
          <p:cNvSpPr>
            <a:spLocks noGrp="1"/>
          </p:cNvSpPr>
          <p:nvPr>
            <p:ph type="title"/>
          </p:nvPr>
        </p:nvSpPr>
        <p:spPr bwMode="white"/>
        <p:txBody>
          <a:bodyPr rtlCol="0"/>
          <a:lstStyle/>
          <a:p>
            <a:pPr rtl="0"/>
            <a:r>
              <a:rPr lang="es-ES" dirty="0" err="1"/>
              <a:t>Explicabilidad</a:t>
            </a:r>
            <a:r>
              <a:rPr lang="es-ES" dirty="0"/>
              <a:t> Global del Modelo (SHAP)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90D80691-8160-D89C-7815-2AE0129D5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085" y="2150367"/>
            <a:ext cx="5412862" cy="4548383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s-MX" dirty="0"/>
              <a:t>SHAP permitió identificar qué variables tienen mayor influencia en las predicciones del modelo.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Variables con mayor impacto: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• </a:t>
            </a:r>
            <a:r>
              <a:rPr lang="es-MX" dirty="0" err="1"/>
              <a:t>study_hours_per_week</a:t>
            </a:r>
            <a:endParaRPr lang="es-MX" dirty="0"/>
          </a:p>
          <a:p>
            <a:pPr marL="0" indent="0" algn="just">
              <a:buNone/>
            </a:pPr>
            <a:r>
              <a:rPr lang="es-MX" dirty="0"/>
              <a:t>• </a:t>
            </a:r>
            <a:r>
              <a:rPr lang="es-MX" dirty="0" err="1"/>
              <a:t>previous_score</a:t>
            </a:r>
            <a:endParaRPr lang="es-MX" dirty="0"/>
          </a:p>
          <a:p>
            <a:pPr marL="0" indent="0" algn="just">
              <a:buNone/>
            </a:pPr>
            <a:r>
              <a:rPr lang="es-MX" dirty="0"/>
              <a:t>• </a:t>
            </a:r>
            <a:r>
              <a:rPr lang="es-MX" dirty="0" err="1"/>
              <a:t>attendance_rate</a:t>
            </a:r>
            <a:endParaRPr lang="es-MX" dirty="0"/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Las variables académicas tuvieron mayor influencia que las variables demográficas.</a:t>
            </a:r>
            <a:endParaRPr lang="es-EC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610ED6B-32A9-67E5-DC5D-29FF2A1C1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799" y="2063552"/>
            <a:ext cx="5412861" cy="330253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CD93337-70C2-4533-3E98-A33E64F7CD1A}"/>
              </a:ext>
            </a:extLst>
          </p:cNvPr>
          <p:cNvSpPr txBox="1"/>
          <p:nvPr/>
        </p:nvSpPr>
        <p:spPr>
          <a:xfrm>
            <a:off x="6221798" y="5657671"/>
            <a:ext cx="59702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Conclusión:</a:t>
            </a:r>
          </a:p>
          <a:p>
            <a:r>
              <a:rPr lang="es-MX" dirty="0"/>
              <a:t>El modelo toma decisiones principalmente sobre variables relacionadas con desempeño académico y hábitos de estudio.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762480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62C94-F900-0B54-2333-4F8430141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5A6AC4-101E-7677-0FC8-AD8501A9B796}"/>
              </a:ext>
            </a:extLst>
          </p:cNvPr>
          <p:cNvSpPr>
            <a:spLocks noGrp="1"/>
          </p:cNvSpPr>
          <p:nvPr>
            <p:ph type="title"/>
          </p:nvPr>
        </p:nvSpPr>
        <p:spPr bwMode="white"/>
        <p:txBody>
          <a:bodyPr rtlCol="0"/>
          <a:lstStyle/>
          <a:p>
            <a:pPr rtl="0"/>
            <a:r>
              <a:rPr lang="es-ES" dirty="0" err="1"/>
              <a:t>Explicabilidad</a:t>
            </a:r>
            <a:r>
              <a:rPr lang="es-ES" dirty="0"/>
              <a:t> Local con SHAP y LIME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D4F8614-26E6-D944-B05B-638645CCD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6043" y="2421350"/>
            <a:ext cx="5440931" cy="43595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400" dirty="0"/>
              <a:t>Se analizaron casos individuales utilizando SHAP y LIME para entender por qué el modelo predijo aprobación o reprobación.</a:t>
            </a:r>
          </a:p>
          <a:p>
            <a:pPr marL="0" indent="0">
              <a:buNone/>
            </a:pPr>
            <a:endParaRPr lang="es-MX" sz="1400" dirty="0"/>
          </a:p>
          <a:p>
            <a:pPr marL="0" indent="0">
              <a:buNone/>
            </a:pPr>
            <a:r>
              <a:rPr lang="es-MX" sz="1400" dirty="0"/>
              <a:t>Caso analizado:</a:t>
            </a:r>
          </a:p>
          <a:p>
            <a:pPr marL="0" indent="0">
              <a:buNone/>
            </a:pPr>
            <a:r>
              <a:rPr lang="es-MX" sz="1400" dirty="0"/>
              <a:t>• Estudiante con alta probabilidad de aprobación</a:t>
            </a:r>
          </a:p>
          <a:p>
            <a:pPr marL="0" indent="0">
              <a:buNone/>
            </a:pPr>
            <a:endParaRPr lang="es-MX" sz="1400" dirty="0"/>
          </a:p>
          <a:p>
            <a:pPr marL="0" indent="0">
              <a:buNone/>
            </a:pPr>
            <a:r>
              <a:rPr lang="es-MX" sz="1400" dirty="0"/>
              <a:t>Variables más influyentes:</a:t>
            </a:r>
          </a:p>
          <a:p>
            <a:pPr marL="0" indent="0">
              <a:buNone/>
            </a:pPr>
            <a:r>
              <a:rPr lang="es-MX" sz="1400" dirty="0"/>
              <a:t>• </a:t>
            </a:r>
            <a:r>
              <a:rPr lang="es-MX" sz="1400" dirty="0" err="1"/>
              <a:t>study_hours_per_week</a:t>
            </a:r>
            <a:endParaRPr lang="es-MX" sz="1400" dirty="0"/>
          </a:p>
          <a:p>
            <a:pPr marL="0" indent="0">
              <a:buNone/>
            </a:pPr>
            <a:r>
              <a:rPr lang="es-MX" sz="1400" dirty="0"/>
              <a:t>• </a:t>
            </a:r>
            <a:r>
              <a:rPr lang="es-MX" sz="1400" dirty="0" err="1"/>
              <a:t>previous_score</a:t>
            </a:r>
            <a:endParaRPr lang="es-MX" sz="1400" dirty="0"/>
          </a:p>
          <a:p>
            <a:pPr marL="0" indent="0">
              <a:buNone/>
            </a:pPr>
            <a:r>
              <a:rPr lang="es-MX" sz="1400" dirty="0"/>
              <a:t>• </a:t>
            </a:r>
            <a:r>
              <a:rPr lang="es-MX" sz="1400" dirty="0" err="1"/>
              <a:t>attendance_rate</a:t>
            </a:r>
            <a:endParaRPr lang="es-EC" sz="1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C988020-AF86-3136-7CF5-896B89CB8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027" y="2421350"/>
            <a:ext cx="5582429" cy="183858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6020B3D-8E4D-2001-3432-BFA95F22672A}"/>
              </a:ext>
            </a:extLst>
          </p:cNvPr>
          <p:cNvSpPr txBox="1"/>
          <p:nvPr/>
        </p:nvSpPr>
        <p:spPr>
          <a:xfrm>
            <a:off x="6095999" y="5210483"/>
            <a:ext cx="59702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Conclusión:</a:t>
            </a:r>
          </a:p>
          <a:p>
            <a:r>
              <a:rPr lang="es-MX" dirty="0"/>
              <a:t>Las técnicas XAI permitieron comprender qué factores influyeron directamente en la predicción de cada estudiante.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196368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CF0B8-4296-E4E3-0838-8CC4C3858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BFC9E-5846-C170-8F35-7E09BDEA36F5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810000" y="447188"/>
            <a:ext cx="9837947" cy="970450"/>
          </a:xfrm>
        </p:spPr>
        <p:txBody>
          <a:bodyPr rtlCol="0"/>
          <a:lstStyle/>
          <a:p>
            <a:pPr rtl="0"/>
            <a:r>
              <a:rPr lang="es-ES" dirty="0"/>
              <a:t>Riesgo Éticos y Transparencia en IA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94E8E90-FC42-3941-0622-9EDDC54BB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2509" y="2222287"/>
            <a:ext cx="11073428" cy="4571692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s-MX" b="1" dirty="0"/>
              <a:t>Principales riesgos identificados:</a:t>
            </a:r>
          </a:p>
          <a:p>
            <a:pPr marL="0" indent="0" algn="just">
              <a:buNone/>
            </a:pPr>
            <a:r>
              <a:rPr lang="es-MX" dirty="0"/>
              <a:t>• Sesgos en decisiones automatizadas</a:t>
            </a:r>
          </a:p>
          <a:p>
            <a:pPr marL="0" indent="0" algn="just">
              <a:buNone/>
            </a:pPr>
            <a:r>
              <a:rPr lang="es-MX" dirty="0"/>
              <a:t>• Dependencia excesiva del modelo</a:t>
            </a:r>
          </a:p>
          <a:p>
            <a:pPr marL="0" indent="0" algn="just">
              <a:buNone/>
            </a:pPr>
            <a:r>
              <a:rPr lang="es-MX" dirty="0"/>
              <a:t>• Falta de transparencia (“caja negra”)</a:t>
            </a:r>
          </a:p>
          <a:p>
            <a:pPr marL="0" indent="0" algn="just">
              <a:buNone/>
            </a:pPr>
            <a:r>
              <a:rPr lang="es-MX" dirty="0"/>
              <a:t>• Posibles desigualdades entre grupos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b="1" dirty="0"/>
              <a:t>Importancia de la </a:t>
            </a:r>
            <a:r>
              <a:rPr lang="es-MX" b="1" dirty="0" err="1"/>
              <a:t>explicabilidad</a:t>
            </a:r>
            <a:r>
              <a:rPr lang="es-MX" b="1" dirty="0"/>
              <a:t>:</a:t>
            </a:r>
          </a:p>
          <a:p>
            <a:pPr marL="0" indent="0" algn="just">
              <a:buNone/>
            </a:pPr>
            <a:r>
              <a:rPr lang="es-MX" dirty="0"/>
              <a:t>• Comprender por qué el modelo toma decisiones</a:t>
            </a:r>
          </a:p>
          <a:p>
            <a:pPr marL="0" indent="0" algn="just">
              <a:buNone/>
            </a:pPr>
            <a:r>
              <a:rPr lang="es-MX" dirty="0"/>
              <a:t>• Detectar posibles sesgos</a:t>
            </a:r>
          </a:p>
          <a:p>
            <a:pPr marL="0" indent="0" algn="just">
              <a:buNone/>
            </a:pPr>
            <a:r>
              <a:rPr lang="es-MX" dirty="0"/>
              <a:t>• Mejorar la confianza y supervisión humana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767943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7C717-903D-46C9-84AB-600B79646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C3F914-01AA-1851-2F4A-2B9838C81B62}"/>
              </a:ext>
            </a:extLst>
          </p:cNvPr>
          <p:cNvSpPr>
            <a:spLocks noGrp="1"/>
          </p:cNvSpPr>
          <p:nvPr>
            <p:ph type="title"/>
          </p:nvPr>
        </p:nvSpPr>
        <p:spPr bwMode="white"/>
        <p:txBody>
          <a:bodyPr rtlCol="0"/>
          <a:lstStyle/>
          <a:p>
            <a:pPr rtl="0"/>
            <a:r>
              <a:rPr lang="es-ES" dirty="0"/>
              <a:t>Conclusiones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30A51E-7F00-85DF-22F2-1B4CD05BE8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MX" dirty="0"/>
              <a:t>El modelo Random Forest permitió predecir el rendimiento estudiantil con resultados consistentes.</a:t>
            </a:r>
          </a:p>
          <a:p>
            <a:endParaRPr lang="es-MX" dirty="0"/>
          </a:p>
          <a:p>
            <a:r>
              <a:rPr lang="es-MX" dirty="0"/>
              <a:t>SHAP y LIME facilitaron la interpretación global e individual de las predicciones.</a:t>
            </a:r>
          </a:p>
          <a:p>
            <a:endParaRPr lang="es-MX" dirty="0"/>
          </a:p>
          <a:p>
            <a:r>
              <a:rPr lang="es-MX" dirty="0" err="1"/>
              <a:t>Fairlearn</a:t>
            </a:r>
            <a:r>
              <a:rPr lang="es-MX" dirty="0"/>
              <a:t> permitió evaluar posibles diferencias entre grupos sensibles.</a:t>
            </a:r>
          </a:p>
          <a:p>
            <a:endParaRPr lang="es-MX" dirty="0"/>
          </a:p>
          <a:p>
            <a:r>
              <a:rPr lang="es-MX" dirty="0"/>
              <a:t>Las variables académicas tuvieron mayor impacto que las variables demográficas.</a:t>
            </a:r>
          </a:p>
          <a:p>
            <a:endParaRPr lang="es-MX" dirty="0"/>
          </a:p>
          <a:p>
            <a:r>
              <a:rPr lang="es-MX" dirty="0"/>
              <a:t>La </a:t>
            </a:r>
            <a:r>
              <a:rPr lang="es-MX" dirty="0" err="1"/>
              <a:t>explicabilidad</a:t>
            </a:r>
            <a:r>
              <a:rPr lang="es-MX" dirty="0"/>
              <a:t> es fundamental para construir sistemas de IA transparentes y responsables.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8025597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table">
  <a:themeElements>
    <a:clrScheme name="Default">
      <a:dk1>
        <a:srgbClr val="000000"/>
      </a:dk1>
      <a:lt1>
        <a:sysClr val="window" lastClr="FFFFFF"/>
      </a:lt1>
      <a:dk2>
        <a:srgbClr val="3F3F3F"/>
      </a:dk2>
      <a:lt2>
        <a:srgbClr val="E7E6E6"/>
      </a:lt2>
      <a:accent1>
        <a:srgbClr val="70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700000"/>
      </a:accent5>
      <a:accent6>
        <a:srgbClr val="978869"/>
      </a:accent6>
      <a:hlink>
        <a:srgbClr val="FFC000"/>
      </a:hlink>
      <a:folHlink>
        <a:srgbClr val="7F7F7F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3585702_TF45182065_Win32" id="{FC56CF45-A983-4A55-B2CB-31E608060C9D}" vid="{7D51ACA5-8D5C-41FB-8135-7DA9E6C9848F}"/>
    </a:ext>
  </a:extLst>
</a:theme>
</file>

<file path=ppt/theme/theme2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19B3EA6-E2E1-4B68-B700-9432F9FC79D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EDC914-E79E-4731-88EB-C290A6D4D6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8413E5-0484-489B-B293-D8720B6027F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Esquema de discurso persuasivo </Template>
  <TotalTime>306</TotalTime>
  <Words>546</Words>
  <Application>Microsoft Office PowerPoint</Application>
  <PresentationFormat>Panorámica</PresentationFormat>
  <Paragraphs>112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Calibri</vt:lpstr>
      <vt:lpstr>Century Gothic</vt:lpstr>
      <vt:lpstr>Tahoma</vt:lpstr>
      <vt:lpstr>Wingdings 2</vt:lpstr>
      <vt:lpstr>Citable</vt:lpstr>
      <vt:lpstr>Técnicas XAI, Gobernanza y Mitigación de Sesgos en Machine Learning</vt:lpstr>
      <vt:lpstr>Grupo 11 - Integrantes</vt:lpstr>
      <vt:lpstr>Introducción y Objetivo</vt:lpstr>
      <vt:lpstr>Dataset y Modelo Utilizado</vt:lpstr>
      <vt:lpstr>Evaluación de Equidad y Sesgo</vt:lpstr>
      <vt:lpstr>Explicabilidad Global del Modelo (SHAP)</vt:lpstr>
      <vt:lpstr>Explicabilidad Local con SHAP y LIME</vt:lpstr>
      <vt:lpstr>Riesgo Éticos y Transparencia en IA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R. Nevárez</dc:creator>
  <cp:lastModifiedBy>Erik Nevárez</cp:lastModifiedBy>
  <cp:revision>8</cp:revision>
  <dcterms:created xsi:type="dcterms:W3CDTF">2026-05-05T03:55:47Z</dcterms:created>
  <dcterms:modified xsi:type="dcterms:W3CDTF">2026-05-22T01:09:58Z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